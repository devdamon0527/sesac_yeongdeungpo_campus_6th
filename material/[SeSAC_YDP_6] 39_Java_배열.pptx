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7"/>
  </p:notesMasterIdLst>
  <p:sldIdLst>
    <p:sldId id="279" r:id="rId2"/>
    <p:sldId id="280" r:id="rId3"/>
    <p:sldId id="259" r:id="rId4"/>
    <p:sldId id="260" r:id="rId5"/>
    <p:sldId id="261" r:id="rId6"/>
    <p:sldId id="262" r:id="rId7"/>
    <p:sldId id="265" r:id="rId8"/>
    <p:sldId id="286" r:id="rId9"/>
    <p:sldId id="277" r:id="rId10"/>
    <p:sldId id="278" r:id="rId11"/>
    <p:sldId id="281" r:id="rId12"/>
    <p:sldId id="267" r:id="rId13"/>
    <p:sldId id="268" r:id="rId14"/>
    <p:sldId id="269" r:id="rId15"/>
    <p:sldId id="28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A8447-AFDC-4B64-BE3E-67E61D702092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E4C89-F346-4A7E-B2E2-B28DD61E0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31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79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79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6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48658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6487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5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35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8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96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7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22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39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80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23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3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53175-BE8E-E023-4244-F5F2317AE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6A246E-FB6A-5321-0337-084276D1D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0CE7-4B81-20AA-262B-0BF99600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58A94-1DC2-850F-3381-EFE96E63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22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배열</a:t>
            </a:r>
          </a:p>
        </p:txBody>
      </p:sp>
    </p:spTree>
    <p:extLst>
      <p:ext uri="{BB962C8B-B14F-4D97-AF65-F5344CB8AC3E}">
        <p14:creationId xmlns:p14="http://schemas.microsoft.com/office/powerpoint/2010/main" val="166993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5"/>
                </a:solidFill>
              </a:rPr>
              <a:t>같은 타입</a:t>
            </a:r>
            <a:r>
              <a:rPr lang="ko-KR" altLang="en-US" sz="2400" dirty="0"/>
              <a:t>의 여러 변수를 하나의 묶음으로 다루는 것</a:t>
            </a:r>
            <a:endParaRPr lang="en-US" altLang="ko-KR" sz="2400" dirty="0"/>
          </a:p>
          <a:p>
            <a:r>
              <a:rPr lang="ko-KR" altLang="en-US" sz="2400" dirty="0"/>
              <a:t>처음 선언한 배열의 크기는 변경할 수 없음 </a:t>
            </a:r>
            <a:r>
              <a:rPr lang="en-US" altLang="ko-KR" sz="2400" dirty="0"/>
              <a:t>(</a:t>
            </a:r>
            <a:r>
              <a:rPr lang="ko-KR" altLang="en-US" sz="2400" dirty="0"/>
              <a:t>정적 할당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659E3-1674-E593-578F-6DCF2788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14" y="2906484"/>
            <a:ext cx="3958771" cy="313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3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for</a:t>
            </a:r>
            <a:r>
              <a:rPr lang="ko-KR" altLang="en-US" sz="2400" dirty="0"/>
              <a:t>문 활용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출력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0F1521-4985-E752-6951-07C46A59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382" y="2770294"/>
            <a:ext cx="7015236" cy="157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8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Arrays </a:t>
            </a:r>
            <a:r>
              <a:rPr lang="ko-KR" altLang="en-US" sz="2400" dirty="0"/>
              <a:t>클래스의 </a:t>
            </a:r>
            <a:r>
              <a:rPr lang="en-US" altLang="ko-KR" sz="2400" dirty="0" err="1"/>
              <a:t>toString</a:t>
            </a:r>
            <a:r>
              <a:rPr lang="en-US" altLang="ko-KR" sz="2400" dirty="0"/>
              <a:t> </a:t>
            </a:r>
            <a:r>
              <a:rPr lang="ko-KR" altLang="en-US" sz="2400" dirty="0"/>
              <a:t>메소드 활용</a:t>
            </a:r>
            <a:endParaRPr lang="en-US" altLang="ko-KR" sz="2400" dirty="0"/>
          </a:p>
          <a:p>
            <a:pPr lvl="1"/>
            <a:r>
              <a:rPr lang="en-US" altLang="ko-KR" sz="2000" dirty="0"/>
              <a:t>Arrays </a:t>
            </a:r>
            <a:r>
              <a:rPr lang="ko-KR" altLang="en-US" sz="2000" dirty="0"/>
              <a:t>클래스는 배열을 다루기 위한 다양한 메소드가 포함되어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출력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F16E04-DB1E-290B-9B1A-6D635B6F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33" y="4136730"/>
            <a:ext cx="9090833" cy="7331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9CD842-0BAD-9650-9749-FF0721AF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588" y="3256706"/>
            <a:ext cx="4766238" cy="6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6DC7F16-307C-DE19-E806-DD5D8EFA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15" y="1567332"/>
            <a:ext cx="6932569" cy="37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0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2D39C39-2429-C04B-9129-6C9B14B6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배열의 각 원소에 순차적으로 접근하는데 유용한 </a:t>
            </a:r>
            <a:r>
              <a:rPr lang="en-US" altLang="ko-KR" sz="2400" dirty="0"/>
              <a:t>for </a:t>
            </a:r>
            <a:r>
              <a:rPr lang="ko-KR" altLang="en-US" sz="2400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for-each </a:t>
            </a:r>
            <a:r>
              <a:rPr lang="ko-KR" altLang="en-US" dirty="0"/>
              <a:t>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2202F9-5C91-0DC6-BF58-B6D50C4D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95" y="2920620"/>
            <a:ext cx="7205210" cy="187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Java </a:t>
            </a:r>
            <a:r>
              <a:rPr lang="ko-KR" altLang="en-US" dirty="0"/>
              <a:t>배열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Java, Spring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Java </a:t>
            </a:r>
            <a:r>
              <a:rPr lang="ko-KR" altLang="en-US" sz="2800" b="1" dirty="0"/>
              <a:t>배열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51527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copyOf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copyArrayLength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ko-KR" altLang="en-US" sz="2400" dirty="0"/>
              <a:t>배열 전체를 복사해 복사할 길이 만큼 지정하여 복사한 새로운 배열로 반환</a:t>
            </a:r>
            <a:endParaRPr lang="en-US" altLang="ko-KR" sz="2400" dirty="0"/>
          </a:p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copyOfRange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sIdx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eIdx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ko-KR" altLang="en-US" sz="2400" dirty="0"/>
              <a:t>배열 시작 인덱스와 끝 인덱스를 지정하여 복사한 새로운 배열 반환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fill(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n ) 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모든 요소를 동일한 값으로 채워주는 함수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toString</a:t>
            </a:r>
            <a:r>
              <a:rPr lang="en-US" altLang="ko-KR" sz="2400" dirty="0">
                <a:solidFill>
                  <a:srgbClr val="EB5757"/>
                </a:solidFill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</a:rPr>
              <a:t> )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배열을 문자열로 변환하여 반환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sort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배열내의</a:t>
            </a:r>
            <a:r>
              <a:rPr lang="en-US" altLang="ko-KR" sz="2400" dirty="0"/>
              <a:t> </a:t>
            </a:r>
            <a:r>
              <a:rPr lang="ko-KR" altLang="en-US" sz="2400" dirty="0"/>
              <a:t>요소들을 오름차순으로 정렬</a:t>
            </a:r>
            <a:r>
              <a:rPr lang="en-US" altLang="ko-KR" sz="2400" dirty="0"/>
              <a:t>(</a:t>
            </a:r>
            <a:r>
              <a:rPr lang="ko-KR" altLang="en-US" sz="2400" dirty="0"/>
              <a:t>원본 배열 순서 변경</a:t>
            </a:r>
            <a:r>
              <a:rPr lang="en-US" altLang="ko-KR" sz="24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Arrays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290320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equals( arr1, arr2 ) </a:t>
            </a:r>
            <a:r>
              <a:rPr lang="en-US" altLang="ko-KR" sz="2400" dirty="0"/>
              <a:t>: </a:t>
            </a:r>
            <a:r>
              <a:rPr lang="ko-KR" altLang="en-US" sz="2400" dirty="0"/>
              <a:t>두 배열의 각각의 요소 값을 비교하여 </a:t>
            </a:r>
            <a:r>
              <a:rPr lang="en-US" altLang="ko-KR" sz="2000" dirty="0"/>
              <a:t>true/false </a:t>
            </a:r>
            <a:r>
              <a:rPr lang="ko-KR" altLang="en-US" sz="2400" dirty="0"/>
              <a:t>반환</a:t>
            </a:r>
            <a:endParaRPr lang="en-US" altLang="ko-KR" sz="2400" dirty="0"/>
          </a:p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 err="1">
                <a:solidFill>
                  <a:srgbClr val="EB5757"/>
                </a:solidFill>
              </a:rPr>
              <a:t>deepEquals</a:t>
            </a:r>
            <a:r>
              <a:rPr lang="en-US" altLang="ko-KR" sz="2400" dirty="0">
                <a:solidFill>
                  <a:srgbClr val="EB5757"/>
                </a:solidFill>
              </a:rPr>
              <a:t> ( arr1, arr2 ) </a:t>
            </a:r>
            <a:r>
              <a:rPr lang="en-US" altLang="ko-KR" sz="2400" dirty="0"/>
              <a:t>: </a:t>
            </a:r>
            <a:r>
              <a:rPr lang="ko-KR" altLang="en-US" sz="2400" dirty="0"/>
              <a:t>단일 차원 또는 다차원 배열인 두 배열이 </a:t>
            </a:r>
            <a:r>
              <a:rPr lang="ko-KR" altLang="en-US" sz="2400" dirty="0" err="1"/>
              <a:t>같은지</a:t>
            </a:r>
            <a:r>
              <a:rPr lang="ko-KR" altLang="en-US" sz="2400" dirty="0"/>
              <a:t> 비교하여 </a:t>
            </a:r>
            <a:r>
              <a:rPr lang="en-US" altLang="ko-KR" sz="2400" dirty="0"/>
              <a:t>true/false</a:t>
            </a:r>
            <a:r>
              <a:rPr lang="ko-KR" altLang="en-US" sz="2400" dirty="0"/>
              <a:t> 반환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binarySearch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,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idx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특정 인덱스 </a:t>
            </a:r>
            <a:r>
              <a:rPr lang="ko-KR" altLang="en-US" sz="2400" dirty="0" err="1"/>
              <a:t>요소값을</a:t>
            </a:r>
            <a:r>
              <a:rPr lang="ko-KR" altLang="en-US" sz="2400" dirty="0"/>
              <a:t> 이진 검색 알고리즘을 사용하여 검색한 후</a:t>
            </a:r>
            <a:r>
              <a:rPr lang="en-US" altLang="ko-KR" sz="2400" dirty="0"/>
              <a:t>, </a:t>
            </a:r>
            <a:r>
              <a:rPr lang="ko-KR" altLang="en-US" sz="2400" dirty="0"/>
              <a:t>해당 위치 반환 </a:t>
            </a:r>
            <a:r>
              <a:rPr lang="en-US" altLang="ko-KR" sz="2400" dirty="0"/>
              <a:t>			</a:t>
            </a:r>
          </a:p>
          <a:p>
            <a:pPr lvl="1"/>
            <a:r>
              <a:rPr lang="ko-KR" altLang="en-US" sz="1600" dirty="0"/>
              <a:t>이진 검색 알고리즘을 사용하므로 매개변수로 전달되는 배열이 </a:t>
            </a:r>
            <a:r>
              <a:rPr lang="en-US" altLang="ko-KR" sz="1600" dirty="0"/>
              <a:t>sort() </a:t>
            </a:r>
            <a:r>
              <a:rPr lang="ko-KR" altLang="en-US" sz="1600" dirty="0"/>
              <a:t>등을 사용하여 미리 정렬되어 있어야만 제대로 동작</a:t>
            </a:r>
            <a:endParaRPr lang="en-US" altLang="ko-KR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Arrays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51230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78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표준 배열보다 조금 느릴 수 있지만</a:t>
            </a:r>
            <a:r>
              <a:rPr lang="en-US" altLang="ko-KR" sz="2400" dirty="0"/>
              <a:t>, </a:t>
            </a:r>
            <a:r>
              <a:rPr lang="ko-KR" altLang="en-US" sz="2400" dirty="0"/>
              <a:t>배열에서 많은 조작이 필요할 때 유용하게 사용되는 클래스</a:t>
            </a:r>
            <a:endParaRPr lang="en-US" altLang="ko-KR" sz="2400" dirty="0"/>
          </a:p>
          <a:p>
            <a:r>
              <a:rPr lang="ko-KR" altLang="en-US" sz="2400" dirty="0"/>
              <a:t>크기를</a:t>
            </a:r>
            <a:r>
              <a:rPr lang="en-US" altLang="ko-KR" sz="2400" dirty="0"/>
              <a:t> </a:t>
            </a:r>
            <a:r>
              <a:rPr lang="ko-KR" altLang="en-US" sz="2400" dirty="0"/>
              <a:t>미리 정하지 않아도 되는 배열 </a:t>
            </a:r>
            <a:r>
              <a:rPr lang="en-US" altLang="ko-KR" sz="2400" dirty="0"/>
              <a:t>(</a:t>
            </a:r>
            <a:r>
              <a:rPr lang="ko-KR" altLang="en-US" sz="2400" dirty="0"/>
              <a:t>동적 할당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C853A9-0777-7DB3-73BC-B6D538C1B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69" y="3429000"/>
            <a:ext cx="4783461" cy="6294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18C363-35AA-7493-073C-A75353D9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57" y="4296151"/>
            <a:ext cx="7998284" cy="148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1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effectLst/>
              </a:rPr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add( element 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r>
              <a:rPr lang="ko-KR" altLang="en-US" sz="2400" dirty="0"/>
              <a:t>맨 뒤에 </a:t>
            </a:r>
            <a:r>
              <a:rPr lang="en-US" altLang="ko-KR" sz="2400" dirty="0"/>
              <a:t>element </a:t>
            </a:r>
            <a:r>
              <a:rPr lang="ko-KR" altLang="en-US" sz="2400" dirty="0"/>
              <a:t>추가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</a:rPr>
              <a:t>add( index, element ) </a:t>
            </a:r>
            <a:r>
              <a:rPr lang="en-US" altLang="ko-KR" sz="2400" dirty="0"/>
              <a:t>: index </a:t>
            </a:r>
            <a:r>
              <a:rPr lang="ko-KR" altLang="en-US" sz="2400" dirty="0"/>
              <a:t>위치에 </a:t>
            </a:r>
            <a:r>
              <a:rPr lang="en-US" altLang="ko-KR" sz="2400" dirty="0"/>
              <a:t>element </a:t>
            </a:r>
            <a:r>
              <a:rPr lang="ko-KR" altLang="en-US" sz="2400" dirty="0"/>
              <a:t>삽입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addAll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ArrayList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 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en-US" altLang="ko-KR" sz="2400" dirty="0"/>
              <a:t> </a:t>
            </a:r>
            <a:r>
              <a:rPr lang="ko-KR" altLang="en-US" sz="2400" dirty="0"/>
              <a:t>뒤에 </a:t>
            </a:r>
            <a:r>
              <a:rPr lang="en-US" altLang="ko-KR" sz="2400" dirty="0" err="1"/>
              <a:t>ArrayList</a:t>
            </a:r>
            <a:r>
              <a:rPr lang="ko-KR" altLang="en-US" sz="2400" dirty="0"/>
              <a:t>추가</a:t>
            </a: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size()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ArrayList</a:t>
            </a:r>
            <a:r>
              <a:rPr lang="ko-KR" altLang="en-US" sz="2400" dirty="0"/>
              <a:t>의 길이 리턴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get( index )</a:t>
            </a:r>
            <a:r>
              <a:rPr lang="ko-KR" altLang="en-US" sz="2400" dirty="0"/>
              <a:t> </a:t>
            </a:r>
            <a:r>
              <a:rPr lang="en-US" altLang="ko-KR" sz="2400" dirty="0"/>
              <a:t>: index</a:t>
            </a:r>
            <a:r>
              <a:rPr lang="ko-KR" altLang="en-US" sz="2400" dirty="0"/>
              <a:t>에 해당하는 요소 리턴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304193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 </a:t>
            </a:r>
            <a:r>
              <a:rPr lang="en-US" altLang="ko-KR" sz="2400" dirty="0" err="1">
                <a:solidFill>
                  <a:srgbClr val="EB5757"/>
                </a:solidFill>
                <a:effectLst/>
              </a:rPr>
              <a:t>indexOf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( params )</a:t>
            </a:r>
            <a:r>
              <a:rPr lang="ko-KR" altLang="en-US" sz="2400" dirty="0"/>
              <a:t> </a:t>
            </a:r>
            <a:r>
              <a:rPr lang="en-US" altLang="ko-KR" sz="2400" dirty="0"/>
              <a:t>: params</a:t>
            </a:r>
            <a:r>
              <a:rPr lang="ko-KR" altLang="en-US" sz="2400" dirty="0"/>
              <a:t>와 같은 첫 번째 요소의 </a:t>
            </a:r>
            <a:r>
              <a:rPr lang="en-US" altLang="ko-KR" sz="2400" dirty="0"/>
              <a:t>index </a:t>
            </a:r>
            <a:r>
              <a:rPr lang="ko-KR" altLang="en-US" sz="2400" dirty="0"/>
              <a:t>리턴</a:t>
            </a:r>
            <a:r>
              <a:rPr lang="en-US" altLang="ko-KR" sz="2400" dirty="0"/>
              <a:t>, </a:t>
            </a:r>
            <a:r>
              <a:rPr lang="ko-KR" altLang="en-US" sz="2400" dirty="0"/>
              <a:t>없으면 </a:t>
            </a:r>
            <a:r>
              <a:rPr lang="en-US" altLang="ko-KR" sz="2400" dirty="0"/>
              <a:t>-1 </a:t>
            </a:r>
            <a:r>
              <a:rPr lang="ko-KR" altLang="en-US" sz="2400" dirty="0"/>
              <a:t>리턴</a:t>
            </a:r>
            <a:r>
              <a:rPr lang="en-US" altLang="ko-KR" sz="2400" dirty="0">
                <a:effectLst/>
              </a:rPr>
              <a:t> </a:t>
            </a:r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remove( index )</a:t>
            </a:r>
            <a:r>
              <a:rPr lang="en-US" altLang="ko-KR" sz="2400" dirty="0"/>
              <a:t> : index</a:t>
            </a:r>
            <a:r>
              <a:rPr lang="ko-KR" altLang="en-US" sz="2400" dirty="0"/>
              <a:t>의 요소 삭제</a:t>
            </a:r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EB5757"/>
                </a:solidFill>
                <a:effectLst/>
              </a:rPr>
              <a:t>clear()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모든 요소 삭제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</a:p>
        </p:txBody>
      </p:sp>
    </p:spTree>
    <p:extLst>
      <p:ext uri="{BB962C8B-B14F-4D97-AF65-F5344CB8AC3E}">
        <p14:creationId xmlns:p14="http://schemas.microsoft.com/office/powerpoint/2010/main" val="15617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Java </a:t>
            </a:r>
            <a:r>
              <a:rPr lang="en-US" altLang="ko-KR" dirty="0" err="1"/>
              <a:t>ArrayList</a:t>
            </a:r>
            <a:r>
              <a:rPr lang="ko-KR" altLang="en-US" dirty="0"/>
              <a:t>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Java, Spring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Java </a:t>
            </a:r>
            <a:r>
              <a:rPr lang="en-US" altLang="ko-KR" sz="2800" b="1" dirty="0" err="1"/>
              <a:t>ArrayList</a:t>
            </a:r>
            <a:r>
              <a:rPr lang="ko-KR" altLang="en-US" sz="2800" b="1" dirty="0"/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85420974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</TotalTime>
  <Words>434</Words>
  <Application>Microsoft Office PowerPoint</Application>
  <PresentationFormat>와이드스크린</PresentationFormat>
  <Paragraphs>85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 GOV</vt:lpstr>
      <vt:lpstr>맑은 고딕</vt:lpstr>
      <vt:lpstr>Arial</vt:lpstr>
      <vt:lpstr>3_Office 테마</vt:lpstr>
      <vt:lpstr>웹 개발자 부트캠프 과정</vt:lpstr>
      <vt:lpstr>표준 배열</vt:lpstr>
      <vt:lpstr>배열</vt:lpstr>
      <vt:lpstr>배열 출력</vt:lpstr>
      <vt:lpstr>배열 출력</vt:lpstr>
      <vt:lpstr>2차원 배열</vt:lpstr>
      <vt:lpstr>for-each 문</vt:lpstr>
      <vt:lpstr>실습.   Java 배열 실습</vt:lpstr>
      <vt:lpstr>Arrays 메소드</vt:lpstr>
      <vt:lpstr>Arrays 메소드</vt:lpstr>
      <vt:lpstr>ArrayList</vt:lpstr>
      <vt:lpstr>ArrayList 클래스</vt:lpstr>
      <vt:lpstr>ArrayList 메소드</vt:lpstr>
      <vt:lpstr>ArrayList 메소드</vt:lpstr>
      <vt:lpstr>실습.   Java ArrayList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</dc:title>
  <dc:creator>김소연</dc:creator>
  <cp:lastModifiedBy>On Coding</cp:lastModifiedBy>
  <cp:revision>185</cp:revision>
  <dcterms:created xsi:type="dcterms:W3CDTF">2022-11-03T08:36:48Z</dcterms:created>
  <dcterms:modified xsi:type="dcterms:W3CDTF">2024-09-23T01:40:35Z</dcterms:modified>
</cp:coreProperties>
</file>