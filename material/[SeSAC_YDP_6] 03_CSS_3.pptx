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34"/>
  </p:notesMasterIdLst>
  <p:sldIdLst>
    <p:sldId id="675" r:id="rId2"/>
    <p:sldId id="342" r:id="rId3"/>
    <p:sldId id="689" r:id="rId4"/>
    <p:sldId id="312" r:id="rId5"/>
    <p:sldId id="339" r:id="rId6"/>
    <p:sldId id="683" r:id="rId7"/>
    <p:sldId id="315" r:id="rId8"/>
    <p:sldId id="690" r:id="rId9"/>
    <p:sldId id="688" r:id="rId10"/>
    <p:sldId id="322" r:id="rId11"/>
    <p:sldId id="324" r:id="rId12"/>
    <p:sldId id="323" r:id="rId13"/>
    <p:sldId id="691" r:id="rId14"/>
    <p:sldId id="692" r:id="rId15"/>
    <p:sldId id="373" r:id="rId16"/>
    <p:sldId id="697" r:id="rId17"/>
    <p:sldId id="698" r:id="rId18"/>
    <p:sldId id="693" r:id="rId19"/>
    <p:sldId id="314" r:id="rId20"/>
    <p:sldId id="696" r:id="rId21"/>
    <p:sldId id="695" r:id="rId22"/>
    <p:sldId id="699" r:id="rId23"/>
    <p:sldId id="700" r:id="rId24"/>
    <p:sldId id="694" r:id="rId25"/>
    <p:sldId id="317" r:id="rId26"/>
    <p:sldId id="374" r:id="rId27"/>
    <p:sldId id="375" r:id="rId28"/>
    <p:sldId id="376" r:id="rId29"/>
    <p:sldId id="330" r:id="rId30"/>
    <p:sldId id="701" r:id="rId31"/>
    <p:sldId id="702" r:id="rId32"/>
    <p:sldId id="704" r:id="rId3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97" autoAdjust="0"/>
    <p:restoredTop sz="66630" autoAdjust="0"/>
  </p:normalViewPr>
  <p:slideViewPr>
    <p:cSldViewPr snapToGrid="0">
      <p:cViewPr varScale="1">
        <p:scale>
          <a:sx n="73" d="100"/>
          <a:sy n="73" d="100"/>
        </p:scale>
        <p:origin x="144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524019-D21D-4F04-AF43-2AEEE922364E}" type="datetimeFigureOut">
              <a:rPr lang="ko-KR" altLang="en-US" smtClean="0"/>
              <a:t>2024-05-24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70C596-B40F-4F83-8FE4-5CF99F6F67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21921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728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index6.html &amp; </a:t>
            </a:r>
            <a:r>
              <a:rPr lang="en-US" altLang="ko-KR" dirty="0" err="1"/>
              <a:t>css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ㄴ</a:t>
            </a:r>
            <a:r>
              <a:rPr lang="ko-KR" altLang="en-US" dirty="0"/>
              <a:t> </a:t>
            </a:r>
            <a:r>
              <a:rPr lang="en-US" altLang="ko-KR" dirty="0"/>
              <a:t>position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Index7.html &amp; </a:t>
            </a:r>
            <a:r>
              <a:rPr lang="en-US" altLang="ko-KR" dirty="0" err="1"/>
              <a:t>css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ㄴ</a:t>
            </a:r>
            <a:r>
              <a:rPr lang="ko-KR" altLang="en-US" dirty="0"/>
              <a:t> </a:t>
            </a:r>
            <a:r>
              <a:rPr lang="en-US" altLang="ko-KR" dirty="0"/>
              <a:t>z-index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Index8.html &amp; </a:t>
            </a:r>
            <a:r>
              <a:rPr lang="en-US" altLang="ko-KR" dirty="0" err="1"/>
              <a:t>css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ㄴ</a:t>
            </a:r>
            <a:r>
              <a:rPr lang="ko-KR" altLang="en-US" dirty="0"/>
              <a:t> </a:t>
            </a:r>
            <a:r>
              <a:rPr lang="en-US" altLang="ko-KR" dirty="0"/>
              <a:t>overflow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33349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24222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423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HTML 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70C596-B40F-4F83-8FE4-5CF99F6F672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94398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6620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kdt3rd-workspace/03_css/</a:t>
            </a:r>
            <a:r>
              <a:rPr lang="en-US" altLang="ko-KR" b="1" dirty="0"/>
              <a:t>index8.html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index8.css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95031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kdt3rd-workspace/03_css/</a:t>
            </a:r>
            <a:r>
              <a:rPr lang="en-US" altLang="ko-KR" b="1" dirty="0"/>
              <a:t>index8.html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index8.css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74054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kdt3rd-workspace/03_css/</a:t>
            </a:r>
            <a:r>
              <a:rPr lang="en-US" altLang="ko-KR" b="1" dirty="0"/>
              <a:t>index8.html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index8.css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2567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2379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transition-property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 효과를 줄 속성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여기서는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transform).</a:t>
            </a:r>
          </a:p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transition-duration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애니메이션이 완료되는 시간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여기서는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1s).</a:t>
            </a:r>
          </a:p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transition-timing-function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선택 사항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):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 속도의 변화를 정의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기본값은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ease). – </a:t>
            </a:r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느렸다가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빨라지게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,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빨라졌다 느려지게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transition-delay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선택 사항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):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애니메이션이 시작되기 전의 지연 시간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기본값은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0s).</a:t>
            </a:r>
          </a:p>
          <a:p>
            <a:pPr algn="l">
              <a:buFont typeface="+mj-lt"/>
              <a:buAutoNum type="arabicPeriod"/>
            </a:pPr>
            <a:b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</a:b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타이밍 함수에 관한 링크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https://developer.mozilla.org/en-US/docs/Web/CSS/transition-timing-function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06380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3466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90084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12522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8994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Display</a:t>
            </a:r>
            <a:r>
              <a:rPr lang="en-US" altLang="ko-KR" baseline="0" dirty="0"/>
              <a:t> </a:t>
            </a:r>
            <a:r>
              <a:rPr lang="ko-KR" altLang="en-US" baseline="0" dirty="0"/>
              <a:t>속성은 </a:t>
            </a:r>
            <a:r>
              <a:rPr lang="en-US" altLang="ko-KR" baseline="0" dirty="0"/>
              <a:t>HTML </a:t>
            </a:r>
            <a:r>
              <a:rPr lang="ko-KR" altLang="en-US" baseline="0" dirty="0"/>
              <a:t>요소가 페이지에 어떻게 배치될지를 결정하는 아주 중요한 속성</a:t>
            </a:r>
            <a:endParaRPr lang="en-US" altLang="ko-KR" baseline="0" dirty="0"/>
          </a:p>
          <a:p>
            <a:r>
              <a:rPr lang="ko-KR" altLang="en-US" baseline="0" dirty="0"/>
              <a:t>다양한 값이 있으며</a:t>
            </a:r>
            <a:r>
              <a:rPr lang="en-US" altLang="ko-KR" baseline="0" dirty="0"/>
              <a:t>, </a:t>
            </a:r>
            <a:r>
              <a:rPr lang="ko-KR" altLang="en-US" baseline="0" dirty="0"/>
              <a:t>이 값들에 따라 요소의 레이아웃 및 자식 요소의 배치가 크게 달라진다</a:t>
            </a:r>
            <a:r>
              <a:rPr lang="en-US" altLang="ko-KR" baseline="0" dirty="0"/>
              <a:t>.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grid</a:t>
            </a:r>
            <a:r>
              <a:rPr lang="ko-KR" altLang="en-US" dirty="0"/>
              <a:t> 는 지금 배우기에 너무 어지러우니 나중에 다시 만나요</a:t>
            </a:r>
            <a:r>
              <a:rPr lang="en-US" altLang="ko-KR" dirty="0"/>
              <a:t>!!</a:t>
            </a:r>
          </a:p>
          <a:p>
            <a:endParaRPr lang="en-US" altLang="ko-KR" dirty="0"/>
          </a:p>
          <a:p>
            <a:r>
              <a:rPr lang="ko-KR" altLang="en-US" dirty="0"/>
              <a:t>코드 치러 </a:t>
            </a:r>
            <a:r>
              <a:rPr lang="en-US" altLang="ko-KR" dirty="0" err="1"/>
              <a:t>rr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Html 10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53774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5270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</a:t>
            </a:r>
            <a:r>
              <a:rPr lang="ko-KR" altLang="en-US" baseline="0" dirty="0"/>
              <a:t> 치러 </a:t>
            </a:r>
            <a:r>
              <a:rPr lang="ko-KR" altLang="en-US" baseline="0" dirty="0" err="1"/>
              <a:t>ㄱㄱ</a:t>
            </a:r>
            <a:endParaRPr lang="en-US" altLang="ko-KR" baseline="0" dirty="0"/>
          </a:p>
          <a:p>
            <a:r>
              <a:rPr lang="en-US" altLang="ko-KR" baseline="0" dirty="0"/>
              <a:t>Html11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A70C596-B40F-4F83-8FE4-5CF99F6F672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71143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– </a:t>
            </a:r>
            <a:r>
              <a:rPr lang="ko-KR" altLang="en-US" dirty="0"/>
              <a:t>나중에 수업 끝나고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84956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– </a:t>
            </a:r>
            <a:r>
              <a:rPr lang="ko-KR" altLang="en-US" dirty="0"/>
              <a:t>나중에 수업 끝나고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09617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Animation </a:t>
            </a:r>
            <a:r>
              <a:rPr lang="ko-KR" altLang="en-US" dirty="0"/>
              <a:t>속성은 요소에 애니메이션 효과를 적용할 수 있게 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요소의 스타일을 점진적으로 변화시켜주는 기능으로 다양한 시각적 효과를 </a:t>
            </a:r>
            <a:r>
              <a:rPr lang="ko-KR" altLang="en-US" dirty="0" err="1"/>
              <a:t>구현할수</a:t>
            </a:r>
            <a:r>
              <a:rPr lang="ko-KR" altLang="en-US" dirty="0"/>
              <a:t> 있음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40324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구성 모양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A70C596-B40F-4F83-8FE4-5CF99F6F6723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22680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Keyframes</a:t>
            </a:r>
            <a:r>
              <a:rPr lang="en-US" altLang="ko-KR" baseline="0" dirty="0"/>
              <a:t> </a:t>
            </a:r>
            <a:r>
              <a:rPr lang="ko-KR" altLang="en-US" baseline="0" dirty="0"/>
              <a:t>규칙은 </a:t>
            </a:r>
            <a:r>
              <a:rPr lang="en-US" altLang="ko-KR" baseline="0" dirty="0"/>
              <a:t>CSS</a:t>
            </a:r>
            <a:r>
              <a:rPr lang="ko-KR" altLang="en-US" baseline="0" dirty="0"/>
              <a:t>에서 애니메이션의 특정 지점에서 애니메이션 효과를 개발자가 직접 지정하는 기능</a:t>
            </a:r>
            <a:endParaRPr lang="en-US" altLang="ko-KR" baseline="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19241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우리가 만들어주는 이름</a:t>
            </a:r>
            <a:endParaRPr lang="en-US" altLang="ko-KR" dirty="0"/>
          </a:p>
          <a:p>
            <a:r>
              <a:rPr lang="ko-KR" altLang="en-US" dirty="0"/>
              <a:t>지속시간 </a:t>
            </a:r>
            <a:r>
              <a:rPr lang="en-US" altLang="ko-KR" dirty="0"/>
              <a:t>~s</a:t>
            </a:r>
            <a:r>
              <a:rPr lang="en-US" altLang="ko-KR" baseline="0" dirty="0"/>
              <a:t> </a:t>
            </a:r>
            <a:r>
              <a:rPr lang="ko-KR" altLang="en-US" baseline="0" dirty="0"/>
              <a:t>의 몇 초 형태</a:t>
            </a:r>
            <a:endParaRPr lang="en-US" altLang="ko-KR" baseline="0" dirty="0"/>
          </a:p>
          <a:p>
            <a:r>
              <a:rPr lang="ko-KR" altLang="en-US" baseline="0" dirty="0"/>
              <a:t>진행 형태 </a:t>
            </a:r>
            <a:r>
              <a:rPr lang="en-US" altLang="ko-KR" baseline="0" dirty="0"/>
              <a:t>: </a:t>
            </a:r>
            <a:r>
              <a:rPr lang="ko-KR" altLang="en-US" baseline="0" dirty="0"/>
              <a:t>시간 함수</a:t>
            </a:r>
            <a:r>
              <a:rPr lang="en-US" altLang="ko-KR" baseline="0" dirty="0"/>
              <a:t>, transition </a:t>
            </a:r>
            <a:r>
              <a:rPr lang="ko-KR" altLang="en-US" baseline="0" dirty="0"/>
              <a:t>의 </a:t>
            </a:r>
            <a:r>
              <a:rPr lang="en-US" altLang="ko-KR" baseline="0" dirty="0"/>
              <a:t>timing-function</a:t>
            </a:r>
            <a:r>
              <a:rPr lang="ko-KR" altLang="en-US" baseline="0" dirty="0"/>
              <a:t>과 동일</a:t>
            </a:r>
            <a:r>
              <a:rPr lang="en-US" altLang="ko-KR" baseline="0" dirty="0"/>
              <a:t>. </a:t>
            </a:r>
            <a:r>
              <a:rPr lang="en-US" altLang="ko-KR" baseline="0" dirty="0" err="1"/>
              <a:t>animatio</a:t>
            </a:r>
            <a:r>
              <a:rPr lang="ko-KR" altLang="en-US" baseline="0" dirty="0"/>
              <a:t>의 길이는 </a:t>
            </a:r>
            <a:r>
              <a:rPr lang="en-US" altLang="ko-KR" baseline="0" dirty="0" err="1"/>
              <a:t>transitio</a:t>
            </a:r>
            <a:r>
              <a:rPr lang="ko-KR" altLang="en-US" baseline="0" dirty="0"/>
              <a:t>과 다르게 지속 시간이 긴 경우가 많기 때문에 움직임이 </a:t>
            </a:r>
            <a:r>
              <a:rPr lang="en-US" altLang="ko-KR" baseline="0" dirty="0"/>
              <a:t>timing </a:t>
            </a:r>
            <a:r>
              <a:rPr lang="en-US" altLang="ko-KR" baseline="0" dirty="0" err="1"/>
              <a:t>functio</a:t>
            </a:r>
            <a:r>
              <a:rPr lang="ko-KR" altLang="en-US" baseline="0" dirty="0"/>
              <a:t>에 따라서 바뀐다</a:t>
            </a:r>
            <a:r>
              <a:rPr lang="en-US" altLang="ko-KR" baseline="0" dirty="0"/>
              <a:t>. </a:t>
            </a:r>
            <a:r>
              <a:rPr lang="en-US" altLang="ko-KR" baseline="0" dirty="0" err="1"/>
              <a:t>animaitio</a:t>
            </a:r>
            <a:r>
              <a:rPr lang="ko-KR" altLang="en-US" baseline="0" dirty="0"/>
              <a:t>에서의 </a:t>
            </a:r>
            <a:r>
              <a:rPr lang="en-US" altLang="ko-KR" baseline="0" dirty="0"/>
              <a:t>ease linear </a:t>
            </a:r>
            <a:r>
              <a:rPr lang="ko-KR" altLang="en-US" baseline="0" dirty="0"/>
              <a:t>등의 시간 함수는 꽤 중요한 역할을 함</a:t>
            </a:r>
            <a:endParaRPr lang="en-US" altLang="ko-KR" baseline="0" dirty="0"/>
          </a:p>
          <a:p>
            <a:r>
              <a:rPr lang="ko-KR" altLang="en-US" dirty="0" err="1"/>
              <a:t>반복횟수</a:t>
            </a:r>
            <a:r>
              <a:rPr lang="ko-KR" altLang="en-US" dirty="0"/>
              <a:t> </a:t>
            </a:r>
            <a:r>
              <a:rPr lang="en-US" altLang="ko-KR" dirty="0"/>
              <a:t>(iteration-count)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FAD15D-3FC6-4EBB-8A1D-F20C53EB7780}" type="slidenum">
              <a:rPr lang="ko-KR" altLang="en-US" smtClean="0"/>
              <a:pPr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80179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파란글씨</a:t>
            </a:r>
            <a:r>
              <a:rPr lang="ko-KR" altLang="en-US" dirty="0"/>
              <a:t> 필수 속성 </a:t>
            </a:r>
            <a:endParaRPr lang="en-US" altLang="ko-KR" dirty="0"/>
          </a:p>
          <a:p>
            <a:r>
              <a:rPr lang="ko-KR" altLang="en-US" dirty="0"/>
              <a:t>까만 글씨 생략 가능 </a:t>
            </a:r>
            <a:endParaRPr lang="en-US" altLang="ko-KR" dirty="0"/>
          </a:p>
          <a:p>
            <a:r>
              <a:rPr lang="en-US" altLang="ko-KR" dirty="0"/>
              <a:t>Timing-</a:t>
            </a:r>
            <a:r>
              <a:rPr lang="en-US" altLang="ko-KR" dirty="0" err="1"/>
              <a:t>funciton</a:t>
            </a:r>
            <a:r>
              <a:rPr lang="ko-KR" altLang="en-US" dirty="0"/>
              <a:t>은 보통 써주지만 </a:t>
            </a:r>
            <a:r>
              <a:rPr lang="en-US" altLang="ko-KR" dirty="0"/>
              <a:t>delay</a:t>
            </a:r>
            <a:r>
              <a:rPr lang="ko-KR" altLang="en-US" dirty="0"/>
              <a:t>랑 </a:t>
            </a:r>
            <a:r>
              <a:rPr lang="en-US" altLang="ko-KR" dirty="0"/>
              <a:t>direction</a:t>
            </a:r>
            <a:r>
              <a:rPr lang="ko-KR" altLang="en-US" dirty="0"/>
              <a:t>은 안써주는 경우가 많다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FAD15D-3FC6-4EBB-8A1D-F20C53EB7780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70543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 치러 </a:t>
            </a:r>
            <a:r>
              <a:rPr lang="ko-KR" altLang="en-US" dirty="0" err="1"/>
              <a:t>ㄱㄱ</a:t>
            </a:r>
            <a:endParaRPr lang="ko-KR" altLang="en-US" dirty="0"/>
          </a:p>
          <a:p>
            <a:endParaRPr lang="ko-KR" altLang="en-US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46107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1475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Lorem </a:t>
            </a:r>
            <a:r>
              <a:rPr lang="ko-KR" altLang="en-US" dirty="0"/>
              <a:t>알려주기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시각적 샘플 텍스트로 자주 사용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659895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– </a:t>
            </a:r>
            <a:r>
              <a:rPr lang="ko-KR" altLang="en-US" dirty="0"/>
              <a:t>나중에 수업 끝나고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2065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512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11776874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81305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1212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54315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108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855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2140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995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3116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0573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01313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2818135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549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60" r:id="rId13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CSS </a:t>
            </a:r>
            <a:r>
              <a:rPr lang="ko-KR" altLang="en-US" sz="8000" dirty="0"/>
              <a:t>복잡한 속성</a:t>
            </a:r>
          </a:p>
        </p:txBody>
      </p:sp>
    </p:spTree>
    <p:extLst>
      <p:ext uri="{BB962C8B-B14F-4D97-AF65-F5344CB8AC3E}">
        <p14:creationId xmlns:p14="http://schemas.microsoft.com/office/powerpoint/2010/main" val="2290481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position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6967981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7654206-EECB-4A13-81A8-6C5D73A49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0292"/>
            <a:ext cx="10515600" cy="4351338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static : </a:t>
            </a:r>
            <a:r>
              <a:rPr lang="ko-KR" altLang="en-US" sz="3200" dirty="0"/>
              <a:t>정적 위치 지정 방식</a:t>
            </a:r>
            <a:endParaRPr lang="en-US" altLang="ko-KR" sz="3200" dirty="0"/>
          </a:p>
          <a:p>
            <a:pPr algn="ctr"/>
            <a:endParaRPr lang="en-US" altLang="ko-KR" sz="3200" dirty="0"/>
          </a:p>
          <a:p>
            <a:pPr algn="ctr"/>
            <a:r>
              <a:rPr lang="en-US" altLang="ko-KR" sz="3200" dirty="0"/>
              <a:t>relative : </a:t>
            </a:r>
            <a:r>
              <a:rPr lang="ko-KR" altLang="en-US" sz="3200" dirty="0"/>
              <a:t>상대 위치 지정 방식</a:t>
            </a:r>
            <a:endParaRPr lang="en-US" altLang="ko-KR" sz="3200" dirty="0"/>
          </a:p>
          <a:p>
            <a:pPr algn="ctr"/>
            <a:endParaRPr lang="en-US" altLang="ko-KR" sz="3200" dirty="0"/>
          </a:p>
          <a:p>
            <a:pPr algn="ctr"/>
            <a:r>
              <a:rPr lang="en-US" altLang="ko-KR" sz="3200" dirty="0"/>
              <a:t>absolute : </a:t>
            </a:r>
            <a:r>
              <a:rPr lang="ko-KR" altLang="en-US" sz="3200" dirty="0"/>
              <a:t>절대 위치 지정 방식</a:t>
            </a:r>
            <a:endParaRPr lang="en-US" altLang="ko-KR" sz="3200" dirty="0"/>
          </a:p>
          <a:p>
            <a:pPr algn="ctr"/>
            <a:endParaRPr lang="en-US" altLang="ko-KR" sz="3200" dirty="0"/>
          </a:p>
          <a:p>
            <a:pPr algn="ctr"/>
            <a:r>
              <a:rPr lang="en-US" altLang="ko-KR" sz="3200" dirty="0"/>
              <a:t>fixed : </a:t>
            </a:r>
            <a:r>
              <a:rPr lang="ko-KR" altLang="en-US" sz="3200" dirty="0"/>
              <a:t>고정 위치 지정 방식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복잡한 속성 </a:t>
            </a:r>
            <a:r>
              <a:rPr lang="en-US" altLang="ko-KR" dirty="0"/>
              <a:t>- position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90477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복잡한 속성 </a:t>
            </a:r>
            <a:r>
              <a:rPr lang="en-US" altLang="ko-KR" dirty="0"/>
              <a:t>- position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BE774DD-197D-1358-70BB-D8083937BAB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9124"/>
          <a:stretch/>
        </p:blipFill>
        <p:spPr>
          <a:xfrm>
            <a:off x="262111" y="1687846"/>
            <a:ext cx="11667777" cy="37569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366E32-AFEE-FA0A-86E5-672CF3F8B2E8}"/>
              </a:ext>
            </a:extLst>
          </p:cNvPr>
          <p:cNvSpPr txBox="1"/>
          <p:nvPr/>
        </p:nvSpPr>
        <p:spPr>
          <a:xfrm>
            <a:off x="7562291" y="5433062"/>
            <a:ext cx="43675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accent1"/>
                </a:solidFill>
              </a:rPr>
              <a:t>(</a:t>
            </a:r>
            <a:r>
              <a:rPr lang="ko-KR" altLang="en-US" sz="2400" dirty="0">
                <a:solidFill>
                  <a:schemeClr val="accent1"/>
                </a:solidFill>
              </a:rPr>
              <a:t>잊지 말자</a:t>
            </a:r>
            <a:r>
              <a:rPr lang="en-US" altLang="ko-KR" sz="2400" dirty="0">
                <a:solidFill>
                  <a:schemeClr val="accent1"/>
                </a:solidFill>
              </a:rPr>
              <a:t>!) position</a:t>
            </a:r>
            <a:r>
              <a:rPr lang="ko-KR" altLang="en-US" sz="2400" dirty="0">
                <a:solidFill>
                  <a:schemeClr val="accent1"/>
                </a:solidFill>
              </a:rPr>
              <a:t> 속성이 정의되어 있어야 사용 가능</a:t>
            </a:r>
            <a:r>
              <a:rPr lang="en-US" altLang="ko-KR" sz="2400" dirty="0">
                <a:solidFill>
                  <a:schemeClr val="accent1"/>
                </a:solidFill>
              </a:rPr>
              <a:t>!</a:t>
            </a:r>
            <a:endParaRPr lang="ko-KR" altLang="en-US" sz="2400" dirty="0">
              <a:solidFill>
                <a:schemeClr val="accent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3AA1E90-982B-CDBC-CB90-CE977273B8C1}"/>
              </a:ext>
            </a:extLst>
          </p:cNvPr>
          <p:cNvSpPr/>
          <p:nvPr/>
        </p:nvSpPr>
        <p:spPr>
          <a:xfrm>
            <a:off x="633047" y="3088982"/>
            <a:ext cx="1500554" cy="234408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1329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[CSS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position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sz="2800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sz="2800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sz="2800" b="0" i="0" dirty="0">
              <a:solidFill>
                <a:srgbClr val="212529"/>
              </a:solidFill>
              <a:effectLst/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기본 실습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  <a:endParaRPr lang="ko-KR" altLang="en-US" sz="2800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en-US" altLang="ko-KR" dirty="0"/>
              <a:t>Position</a:t>
            </a:r>
            <a:r>
              <a:rPr lang="ko-KR" altLang="en-US" dirty="0"/>
              <a:t>실습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192268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애벌레 만들기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[CSS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position]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애벌레 만들기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305511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transform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3336738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21AC2E97-18FD-4237-589C-515E36846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947" y="2200120"/>
            <a:ext cx="6344478" cy="3644686"/>
          </a:xfrm>
        </p:spPr>
        <p:txBody>
          <a:bodyPr/>
          <a:lstStyle/>
          <a:p>
            <a:r>
              <a:rPr lang="en-US" altLang="ko-KR" b="1" dirty="0"/>
              <a:t>skew</a:t>
            </a:r>
            <a:r>
              <a:rPr lang="en-US" altLang="ko-KR" dirty="0"/>
              <a:t> : </a:t>
            </a:r>
            <a:r>
              <a:rPr lang="ko-KR" altLang="en-US" dirty="0"/>
              <a:t>기울기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scale</a:t>
            </a:r>
            <a:r>
              <a:rPr lang="en-US" altLang="ko-KR" dirty="0"/>
              <a:t> : </a:t>
            </a:r>
            <a:r>
              <a:rPr lang="ko-KR" altLang="en-US" dirty="0"/>
              <a:t>확대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rotate</a:t>
            </a:r>
            <a:r>
              <a:rPr lang="en-US" altLang="ko-KR" dirty="0"/>
              <a:t> : </a:t>
            </a:r>
            <a:r>
              <a:rPr lang="ko-KR" altLang="en-US" dirty="0"/>
              <a:t>회전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translate</a:t>
            </a:r>
            <a:r>
              <a:rPr lang="en-US" altLang="ko-KR" dirty="0"/>
              <a:t> : </a:t>
            </a:r>
            <a:r>
              <a:rPr lang="ko-KR" altLang="en-US" dirty="0"/>
              <a:t>이동</a:t>
            </a:r>
          </a:p>
        </p:txBody>
      </p:sp>
      <p:sp>
        <p:nvSpPr>
          <p:cNvPr id="7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99A0EE-47F7-D110-E2A1-2ACF334E1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C53F9D-FAD3-2E9F-1E65-5F5FB3F0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D1175A-699D-3F6A-9D29-A3C0D8BFFAA6}"/>
              </a:ext>
            </a:extLst>
          </p:cNvPr>
          <p:cNvSpPr txBox="1"/>
          <p:nvPr/>
        </p:nvSpPr>
        <p:spPr>
          <a:xfrm>
            <a:off x="484909" y="1325563"/>
            <a:ext cx="1122218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0" i="0" dirty="0">
                <a:effectLst/>
              </a:rPr>
              <a:t>요소에 이동</a:t>
            </a:r>
            <a:r>
              <a:rPr lang="en-US" altLang="ko-KR" sz="2400" b="0" i="0" dirty="0">
                <a:effectLst/>
              </a:rPr>
              <a:t>(translate), </a:t>
            </a:r>
            <a:r>
              <a:rPr lang="ko-KR" altLang="en-US" sz="2400" b="0" i="0" dirty="0">
                <a:effectLst/>
              </a:rPr>
              <a:t>회전</a:t>
            </a:r>
            <a:r>
              <a:rPr lang="en-US" altLang="ko-KR" sz="2400" b="0" i="0" dirty="0">
                <a:effectLst/>
              </a:rPr>
              <a:t>(rotate), </a:t>
            </a:r>
            <a:r>
              <a:rPr lang="ko-KR" altLang="en-US" sz="2400" b="0" i="0" dirty="0">
                <a:effectLst/>
              </a:rPr>
              <a:t>확대축소</a:t>
            </a:r>
            <a:r>
              <a:rPr lang="en-US" altLang="ko-KR" sz="2400" b="0" i="0" dirty="0">
                <a:effectLst/>
              </a:rPr>
              <a:t>(scale), </a:t>
            </a:r>
            <a:r>
              <a:rPr lang="ko-KR" altLang="en-US" sz="2400" b="0" i="0" dirty="0">
                <a:effectLst/>
              </a:rPr>
              <a:t>비틀기</a:t>
            </a:r>
            <a:r>
              <a:rPr lang="en-US" altLang="ko-KR" sz="2400" b="0" i="0" dirty="0">
                <a:effectLst/>
              </a:rPr>
              <a:t>(skew) </a:t>
            </a:r>
            <a:r>
              <a:rPr lang="ko-KR" altLang="en-US" sz="2400" b="0" i="0" dirty="0">
                <a:effectLst/>
              </a:rPr>
              <a:t>효과를 부여하기 위한 함수를 제공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052419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4A2773C-C95C-C839-F80C-240482F6D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064E1-7F13-44DE-8021-CDAF6015FD20}" type="datetime6">
              <a:rPr lang="ko-KR" altLang="en-US" smtClean="0"/>
              <a:t>2024년 5월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C9C8E9-1013-83FC-78A7-FAC88BA2D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EC54C0C-A81C-EA63-CA0A-E67C1DF70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8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480175"/>
            <a:ext cx="2743200" cy="365125"/>
          </a:xfrm>
        </p:spPr>
        <p:txBody>
          <a:bodyPr/>
          <a:lstStyle/>
          <a:p>
            <a:fld id="{0F78D9C4-20C1-4B15-A116-16DC77AD9A1E}" type="datetime1">
              <a:rPr lang="ko-KR" altLang="en-US" smtClean="0"/>
              <a:t>2024-05-24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028815-C171-2CEF-7C76-A8138A5CDC06}"/>
              </a:ext>
            </a:extLst>
          </p:cNvPr>
          <p:cNvSpPr txBox="1"/>
          <p:nvPr/>
        </p:nvSpPr>
        <p:spPr>
          <a:xfrm>
            <a:off x="578895" y="1403122"/>
            <a:ext cx="61345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skew : </a:t>
            </a:r>
            <a:r>
              <a:rPr lang="ko-KR" altLang="en-US" sz="2400" dirty="0"/>
              <a:t>기울기</a:t>
            </a:r>
            <a:endParaRPr lang="en-US" altLang="ko-KR" sz="2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0174F42-5A06-BBCB-2633-071872223BA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2366"/>
          <a:stretch/>
        </p:blipFill>
        <p:spPr>
          <a:xfrm>
            <a:off x="556185" y="1915517"/>
            <a:ext cx="11079630" cy="401247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1F341D5-9ECF-0D34-E40E-D274ACAD45C7}"/>
              </a:ext>
            </a:extLst>
          </p:cNvPr>
          <p:cNvSpPr txBox="1"/>
          <p:nvPr/>
        </p:nvSpPr>
        <p:spPr>
          <a:xfrm>
            <a:off x="1615440" y="6089209"/>
            <a:ext cx="104145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</a:rPr>
              <a:t>사진 출처</a:t>
            </a:r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</a:rPr>
              <a:t>: https://dev.to/kunaal438/css-transform-complete-guide-on-css-transform-everything-you-need-for-good-developer-841</a:t>
            </a:r>
            <a:endParaRPr lang="ko-KR" alt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594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28005D-C3B3-0345-8E72-EAC850CC5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B730F9-1B38-77DA-37B0-877B8EE83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88C3C44-5967-85DC-3ED4-2830FAE37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8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480175"/>
            <a:ext cx="2743200" cy="365125"/>
          </a:xfrm>
        </p:spPr>
        <p:txBody>
          <a:bodyPr/>
          <a:lstStyle/>
          <a:p>
            <a:fld id="{0F78D9C4-20C1-4B15-A116-16DC77AD9A1E}" type="datetime1">
              <a:rPr lang="ko-KR" altLang="en-US" smtClean="0"/>
              <a:t>2024-05-24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B1B55B-F1C6-0A10-1027-CFD8B7D83D79}"/>
              </a:ext>
            </a:extLst>
          </p:cNvPr>
          <p:cNvSpPr txBox="1"/>
          <p:nvPr/>
        </p:nvSpPr>
        <p:spPr>
          <a:xfrm>
            <a:off x="578895" y="1403122"/>
            <a:ext cx="61345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rotate : </a:t>
            </a:r>
            <a:r>
              <a:rPr lang="ko-KR" altLang="en-US" sz="2400" dirty="0"/>
              <a:t>회전</a:t>
            </a:r>
            <a:endParaRPr lang="en-US" altLang="ko-KR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43F812-1055-34ED-1764-51CA5AAD8D34}"/>
              </a:ext>
            </a:extLst>
          </p:cNvPr>
          <p:cNvSpPr txBox="1"/>
          <p:nvPr/>
        </p:nvSpPr>
        <p:spPr>
          <a:xfrm>
            <a:off x="1615440" y="6089209"/>
            <a:ext cx="104145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</a:rPr>
              <a:t>사진 출처</a:t>
            </a:r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</a:rPr>
              <a:t>: https://dev.to/kunaal438/css-transform-complete-guide-on-css-transform-everything-you-need-for-good-developer-841</a:t>
            </a:r>
            <a:endParaRPr lang="ko-KR" alt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127D8A1-0953-615B-45A2-D16B65AEB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1326" y="1179517"/>
            <a:ext cx="7619074" cy="4714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4964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FDE02C-EB9C-E208-3F25-DE54396F0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143398-BC25-1AF2-28F5-643094CF9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572E856-2744-3177-F4D6-C34F5D5B6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8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480175"/>
            <a:ext cx="2743200" cy="365125"/>
          </a:xfrm>
        </p:spPr>
        <p:txBody>
          <a:bodyPr/>
          <a:lstStyle/>
          <a:p>
            <a:fld id="{0F78D9C4-20C1-4B15-A116-16DC77AD9A1E}" type="datetime1">
              <a:rPr lang="ko-KR" altLang="en-US" smtClean="0"/>
              <a:t>2024-05-24</a:t>
            </a:fld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C88189-E2ED-D019-EADD-698D2508E453}"/>
              </a:ext>
            </a:extLst>
          </p:cNvPr>
          <p:cNvSpPr txBox="1"/>
          <p:nvPr/>
        </p:nvSpPr>
        <p:spPr>
          <a:xfrm>
            <a:off x="578895" y="1403122"/>
            <a:ext cx="61345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translate : </a:t>
            </a:r>
            <a:r>
              <a:rPr lang="ko-KR" altLang="en-US" sz="2400" dirty="0"/>
              <a:t>이동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C3B172-F768-440D-2494-7D35FCF070A5}"/>
              </a:ext>
            </a:extLst>
          </p:cNvPr>
          <p:cNvSpPr txBox="1"/>
          <p:nvPr/>
        </p:nvSpPr>
        <p:spPr>
          <a:xfrm>
            <a:off x="1615440" y="6089209"/>
            <a:ext cx="104145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</a:rPr>
              <a:t>사진 출처</a:t>
            </a:r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</a:rPr>
              <a:t>: https://dev.to/kunaal438/css-transform-complete-guide-on-css-transform-everything-you-need-for-good-developer-841</a:t>
            </a:r>
            <a:endParaRPr lang="ko-KR" alt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77FC036-3A8B-5347-561B-CE6984C0B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4100" y="1439069"/>
            <a:ext cx="7392118" cy="453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2621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transition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10344694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E267FBA-00D8-6DD1-2E1C-9E61B9811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7A50C0E-9399-A65E-FEBD-B5B85EE38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0FEE57-9A6F-2DB7-23D2-E8F9F0230FEE}"/>
              </a:ext>
            </a:extLst>
          </p:cNvPr>
          <p:cNvSpPr txBox="1"/>
          <p:nvPr/>
        </p:nvSpPr>
        <p:spPr>
          <a:xfrm>
            <a:off x="565868" y="2529118"/>
            <a:ext cx="110602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transition: </a:t>
            </a:r>
            <a:r>
              <a:rPr lang="ko-KR" altLang="en-US" sz="4000" b="1" dirty="0" err="1"/>
              <a:t>속성명</a:t>
            </a:r>
            <a:r>
              <a:rPr lang="ko-KR" altLang="en-US" sz="4000" b="1" dirty="0"/>
              <a:t> </a:t>
            </a:r>
            <a:r>
              <a:rPr lang="ko-KR" altLang="en-US" sz="4000" b="1" dirty="0">
                <a:solidFill>
                  <a:srgbClr val="6EC17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지속시간</a:t>
            </a:r>
            <a:r>
              <a:rPr lang="ko-KR" altLang="en-US" sz="4000" b="1" dirty="0"/>
              <a:t> 타이밍함수 대기시간</a:t>
            </a:r>
            <a:r>
              <a:rPr lang="en-US" altLang="ko-KR" sz="4000" b="1" dirty="0"/>
              <a:t>;</a:t>
            </a:r>
            <a:endParaRPr lang="ko-KR" altLang="en-US" sz="4000" b="1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E6C8806-6AB3-2AA9-637C-A83D9C5FAA86}"/>
              </a:ext>
            </a:extLst>
          </p:cNvPr>
          <p:cNvSpPr/>
          <p:nvPr/>
        </p:nvSpPr>
        <p:spPr>
          <a:xfrm>
            <a:off x="452762" y="4270159"/>
            <a:ext cx="2379228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tx1"/>
                </a:solidFill>
              </a:rPr>
              <a:t>Transition-property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1B4BBC0-FE6F-6D6D-D138-1073137A7513}"/>
              </a:ext>
            </a:extLst>
          </p:cNvPr>
          <p:cNvSpPr/>
          <p:nvPr/>
        </p:nvSpPr>
        <p:spPr>
          <a:xfrm>
            <a:off x="3186023" y="4270159"/>
            <a:ext cx="2379228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rgbClr val="FF0000"/>
                </a:solidFill>
              </a:rPr>
              <a:t>Transition-duration</a:t>
            </a:r>
            <a:endParaRPr lang="ko-KR" altLang="en-US" sz="2000" b="1" dirty="0">
              <a:solidFill>
                <a:srgbClr val="FF0000"/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E967931E-0EF2-108A-0A64-59FCC357EECC}"/>
              </a:ext>
            </a:extLst>
          </p:cNvPr>
          <p:cNvSpPr/>
          <p:nvPr/>
        </p:nvSpPr>
        <p:spPr>
          <a:xfrm>
            <a:off x="5880257" y="4278110"/>
            <a:ext cx="3200132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tx1"/>
                </a:solidFill>
              </a:rPr>
              <a:t>Transition-timing-function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3C91530-3247-6294-C16C-07AAF1D6C3B2}"/>
              </a:ext>
            </a:extLst>
          </p:cNvPr>
          <p:cNvSpPr/>
          <p:nvPr/>
        </p:nvSpPr>
        <p:spPr>
          <a:xfrm>
            <a:off x="9434422" y="4270159"/>
            <a:ext cx="2379228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tx1"/>
                </a:solidFill>
              </a:rPr>
              <a:t>Transition-delay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3" name="연결선: 구부러짐 12">
            <a:extLst>
              <a:ext uri="{FF2B5EF4-FFF2-40B4-BE49-F238E27FC236}">
                <a16:creationId xmlns:a16="http://schemas.microsoft.com/office/drawing/2014/main" id="{CD09ECC4-B809-0866-B735-12121F83A724}"/>
              </a:ext>
            </a:extLst>
          </p:cNvPr>
          <p:cNvCxnSpPr>
            <a:cxnSpLocks/>
            <a:stCxn id="5" idx="0"/>
          </p:cNvCxnSpPr>
          <p:nvPr/>
        </p:nvCxnSpPr>
        <p:spPr>
          <a:xfrm rot="5400000" flipH="1" flipV="1">
            <a:off x="6379218" y="669858"/>
            <a:ext cx="1576042" cy="2142478"/>
          </a:xfrm>
          <a:prstGeom prst="curvedConnector2">
            <a:avLst/>
          </a:prstGeom>
          <a:ln w="571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A9AC2D0-E69B-992A-B11E-B6E86C75764E}"/>
              </a:ext>
            </a:extLst>
          </p:cNvPr>
          <p:cNvSpPr txBox="1"/>
          <p:nvPr/>
        </p:nvSpPr>
        <p:spPr>
          <a:xfrm>
            <a:off x="8692525" y="580600"/>
            <a:ext cx="25301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단축형 작성 시</a:t>
            </a:r>
            <a:r>
              <a:rPr lang="en-US" altLang="ko-KR" sz="2400" b="1" dirty="0"/>
              <a:t>, </a:t>
            </a:r>
          </a:p>
          <a:p>
            <a:r>
              <a:rPr lang="ko-KR" altLang="en-US" sz="2400" b="1" dirty="0">
                <a:solidFill>
                  <a:srgbClr val="FF0000"/>
                </a:solidFill>
              </a:rPr>
              <a:t>필수</a:t>
            </a:r>
            <a:r>
              <a:rPr lang="en-US" altLang="ko-KR" sz="2400" b="1" dirty="0">
                <a:solidFill>
                  <a:srgbClr val="FF0000"/>
                </a:solidFill>
              </a:rPr>
              <a:t> </a:t>
            </a:r>
            <a:r>
              <a:rPr lang="ko-KR" altLang="en-US" sz="2400" b="1" dirty="0">
                <a:solidFill>
                  <a:srgbClr val="FF0000"/>
                </a:solidFill>
              </a:rPr>
              <a:t>포함</a:t>
            </a:r>
            <a:r>
              <a:rPr lang="ko-KR" altLang="en-US" sz="2400" b="1" dirty="0"/>
              <a:t> 속성</a:t>
            </a:r>
          </a:p>
        </p:txBody>
      </p:sp>
    </p:spTree>
    <p:extLst>
      <p:ext uri="{BB962C8B-B14F-4D97-AF65-F5344CB8AC3E}">
        <p14:creationId xmlns:p14="http://schemas.microsoft.com/office/powerpoint/2010/main" val="20117349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r>
              <a:rPr lang="en-US" altLang="ko-KR" dirty="0"/>
              <a:t>100px, 100px div </a:t>
            </a:r>
            <a:r>
              <a:rPr lang="ko-KR" altLang="en-US" dirty="0"/>
              <a:t>만들고 배경은 검정</a:t>
            </a:r>
            <a:r>
              <a:rPr lang="en-US" altLang="ko-KR" dirty="0"/>
              <a:t>, </a:t>
            </a:r>
            <a:r>
              <a:rPr lang="ko-KR" altLang="en-US" dirty="0"/>
              <a:t>글자는 흰색으로 만들기</a:t>
            </a:r>
            <a:endParaRPr lang="en-US" altLang="ko-KR" dirty="0"/>
          </a:p>
          <a:p>
            <a:r>
              <a:rPr lang="en-US" altLang="ko-KR" dirty="0"/>
              <a:t>div </a:t>
            </a:r>
            <a:r>
              <a:rPr lang="ko-KR" altLang="en-US" dirty="0"/>
              <a:t>에 마우스를 올려놓았을 때 </a:t>
            </a:r>
            <a:r>
              <a:rPr lang="en-US" altLang="ko-KR" dirty="0"/>
              <a:t>300px, 300px</a:t>
            </a:r>
            <a:r>
              <a:rPr lang="ko-KR" altLang="en-US" dirty="0"/>
              <a:t>로 변경</a:t>
            </a:r>
            <a:endParaRPr lang="en-US" altLang="ko-KR" dirty="0"/>
          </a:p>
          <a:p>
            <a:r>
              <a:rPr lang="en-US" altLang="ko-KR" dirty="0"/>
              <a:t>transition</a:t>
            </a:r>
            <a:r>
              <a:rPr lang="ko-KR" altLang="en-US" dirty="0"/>
              <a:t>은 우측 </a:t>
            </a:r>
            <a:r>
              <a:rPr lang="en-US" altLang="ko-KR" dirty="0"/>
              <a:t>gif</a:t>
            </a:r>
            <a:r>
              <a:rPr lang="ko-KR" altLang="en-US" dirty="0"/>
              <a:t>대로 실행</a:t>
            </a:r>
            <a:endParaRPr lang="en-US" altLang="ko-KR" dirty="0"/>
          </a:p>
          <a:p>
            <a:r>
              <a:rPr lang="en-US" altLang="ko-KR" dirty="0"/>
              <a:t>( delay</a:t>
            </a:r>
            <a:r>
              <a:rPr lang="ko-KR" altLang="en-US" dirty="0"/>
              <a:t>는 </a:t>
            </a:r>
            <a:r>
              <a:rPr lang="en-US" altLang="ko-KR" dirty="0"/>
              <a:t>0.5s, </a:t>
            </a:r>
            <a:r>
              <a:rPr lang="ko-KR" altLang="en-US" dirty="0"/>
              <a:t>진행속도는 </a:t>
            </a:r>
            <a:r>
              <a:rPr lang="en-US" altLang="ko-KR" dirty="0"/>
              <a:t>1s 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988" y="179946"/>
            <a:ext cx="10515600" cy="1325563"/>
          </a:xfrm>
        </p:spPr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transition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D2C74C6-170F-58B4-9872-82945C9AF6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6590" y="2329308"/>
            <a:ext cx="3505200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8531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Transition &amp; transform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[transition &amp; transform]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이미지 연달아 나열하기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11336220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Transition &amp; transform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[transition &amp; transform]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[transform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여러 개 사용해보기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0745291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display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15612249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21AC2E97-18FD-4237-589C-515E36846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3363" y="2631233"/>
            <a:ext cx="7688425" cy="3425044"/>
          </a:xfrm>
        </p:spPr>
        <p:txBody>
          <a:bodyPr>
            <a:normAutofit lnSpcReduction="10000"/>
          </a:bodyPr>
          <a:lstStyle/>
          <a:p>
            <a:pPr algn="ctr"/>
            <a:r>
              <a:rPr lang="en-US" altLang="ko-KR" dirty="0"/>
              <a:t>inline / block</a:t>
            </a:r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inline-block</a:t>
            </a:r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flex</a:t>
            </a:r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grid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53B6E7-C258-1708-6F45-31FFDE080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99A0EE-47F7-D110-E2A1-2ACF334E1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C53F9D-FAD3-2E9F-1E65-5F5FB3F0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display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295613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요소를 숨기는 </a:t>
            </a:r>
            <a:br>
              <a:rPr lang="en-US" altLang="ko-KR" dirty="0"/>
            </a:br>
            <a:r>
              <a:rPr lang="en-US" altLang="ko-KR" dirty="0"/>
              <a:t>3</a:t>
            </a:r>
            <a:r>
              <a:rPr lang="ko-KR" altLang="en-US" dirty="0"/>
              <a:t>가지 속성</a:t>
            </a:r>
          </a:p>
        </p:txBody>
      </p:sp>
    </p:spTree>
    <p:extLst>
      <p:ext uri="{BB962C8B-B14F-4D97-AF65-F5344CB8AC3E}">
        <p14:creationId xmlns:p14="http://schemas.microsoft.com/office/powerpoint/2010/main" val="5295912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1026" name="Picture 2" descr="https://blog.kakaocdn.net/dn/b12xKr/btszwcGkMe2/hCyN9XhQn8ovfcR4q8Lp61/img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784" y="773581"/>
            <a:ext cx="8763454" cy="5323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8411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Flex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[flex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[flex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– header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만들기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6314259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Flex &amp; background</a:t>
            </a:r>
            <a:r>
              <a:rPr lang="ko-KR" altLang="en-US" dirty="0"/>
              <a:t> 종합 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[background &amp; flex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종합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게임 선택창 만들기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6979671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animation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10107951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21AC2E97-18FD-4237-589C-515E36846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6822" y="1608991"/>
            <a:ext cx="7805531" cy="21198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ko-KR" altLang="en-US" dirty="0"/>
              <a:t>애니메이션을 나타내는 </a:t>
            </a:r>
            <a:r>
              <a:rPr lang="en-US" altLang="ko-KR" dirty="0" err="1"/>
              <a:t>css</a:t>
            </a:r>
            <a:r>
              <a:rPr lang="en-US" altLang="ko-KR" dirty="0"/>
              <a:t> </a:t>
            </a:r>
            <a:r>
              <a:rPr lang="ko-KR" altLang="en-US" dirty="0"/>
              <a:t>스타일</a:t>
            </a:r>
            <a:endParaRPr lang="en-US" altLang="ko-KR" dirty="0"/>
          </a:p>
          <a:p>
            <a:pPr marL="0" indent="0" algn="ctr">
              <a:buNone/>
            </a:pPr>
            <a:r>
              <a:rPr lang="en-US" altLang="ko-KR" sz="6000" dirty="0"/>
              <a:t>+</a:t>
            </a:r>
            <a:r>
              <a:rPr lang="en-US" altLang="ko-KR" sz="4000" dirty="0"/>
              <a:t> </a:t>
            </a:r>
          </a:p>
          <a:p>
            <a:pPr marL="0" indent="0" algn="ctr">
              <a:buNone/>
            </a:pPr>
            <a:r>
              <a:rPr lang="ko-KR" altLang="en-US" dirty="0"/>
              <a:t>애니메이션의 중간 상태를 나타내는 키 프레임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53B6E7-C258-1708-6F45-31FFDE080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99A0EE-47F7-D110-E2A1-2ACF334E1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C53F9D-FAD3-2E9F-1E65-5F5FB3F0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animation</a:t>
            </a:r>
            <a:endParaRPr lang="ko-KR" altLang="en-US" dirty="0"/>
          </a:p>
        </p:txBody>
      </p:sp>
      <p:sp>
        <p:nvSpPr>
          <p:cNvPr id="3" name="말풍선: 모서리가 둥근 사각형 2">
            <a:extLst>
              <a:ext uri="{FF2B5EF4-FFF2-40B4-BE49-F238E27FC236}">
                <a16:creationId xmlns:a16="http://schemas.microsoft.com/office/drawing/2014/main" id="{EB05A034-2E98-E748-448B-80A28DDD596C}"/>
              </a:ext>
            </a:extLst>
          </p:cNvPr>
          <p:cNvSpPr/>
          <p:nvPr/>
        </p:nvSpPr>
        <p:spPr>
          <a:xfrm>
            <a:off x="1606822" y="4544044"/>
            <a:ext cx="8726905" cy="818146"/>
          </a:xfrm>
          <a:prstGeom prst="wedgeRoundRectCallout">
            <a:avLst>
              <a:gd name="adj1" fmla="val 20401"/>
              <a:gd name="adj2" fmla="val -166142"/>
              <a:gd name="adj3" fmla="val 16667"/>
            </a:avLst>
          </a:prstGeom>
          <a:ln w="57150"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2400" dirty="0"/>
              <a:t>@keyframes </a:t>
            </a:r>
            <a:r>
              <a:rPr lang="ko-KR" altLang="en-US" sz="2400" dirty="0"/>
              <a:t>로 설정되는 값 </a:t>
            </a:r>
            <a:r>
              <a:rPr lang="en-US" altLang="ko-KR" sz="2400" dirty="0"/>
              <a:t>( to ~ from, 0% ~ 100% )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2633183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287412-1235-5E33-5E2D-CB2C9A183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CSS</a:t>
            </a:r>
            <a:r>
              <a:rPr lang="ko-KR" altLang="en-US" dirty="0">
                <a:sym typeface="Wingdings" panose="05000000000000000000" pitchFamily="2" charset="2"/>
              </a:rPr>
              <a:t>의 애니메이션 효과를 개발자가 직접 지정하는 기능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애니메이션의 중간 지점마다 </a:t>
            </a:r>
            <a:r>
              <a:rPr lang="en-US" altLang="ko-KR" dirty="0">
                <a:sym typeface="Wingdings" panose="05000000000000000000" pitchFamily="2" charset="2"/>
              </a:rPr>
              <a:t>CSS </a:t>
            </a:r>
            <a:r>
              <a:rPr lang="ko-KR" altLang="en-US" dirty="0">
                <a:sym typeface="Wingdings" panose="05000000000000000000" pitchFamily="2" charset="2"/>
              </a:rPr>
              <a:t>속성 값을 지정하여 세밀하게 애니메이션 조절하는 기능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키프레임을 변수에 선언하고 해당 변수를 </a:t>
            </a:r>
            <a:r>
              <a:rPr lang="en-US" altLang="ko-KR" dirty="0">
                <a:sym typeface="Wingdings" panose="05000000000000000000" pitchFamily="2" charset="2"/>
              </a:rPr>
              <a:t>CSS </a:t>
            </a:r>
            <a:r>
              <a:rPr lang="ko-KR" altLang="en-US" dirty="0">
                <a:sym typeface="Wingdings" panose="05000000000000000000" pitchFamily="2" charset="2"/>
              </a:rPr>
              <a:t>에서 불러와서 사용할 수 있다</a:t>
            </a:r>
            <a:r>
              <a:rPr lang="en-US" altLang="ko-KR" dirty="0">
                <a:sym typeface="Wingdings" panose="05000000000000000000" pitchFamily="2" charset="2"/>
              </a:rPr>
              <a:t>!</a:t>
            </a:r>
          </a:p>
          <a:p>
            <a:endParaRPr lang="en-US" altLang="ko-KR" dirty="0">
              <a:sym typeface="Wingdings" panose="05000000000000000000" pitchFamily="2" charset="2"/>
            </a:endParaRPr>
          </a:p>
          <a:p>
            <a:r>
              <a:rPr lang="en-US" altLang="ko-KR" dirty="0" err="1">
                <a:sym typeface="Wingdings" panose="05000000000000000000" pitchFamily="2" charset="2"/>
              </a:rPr>
              <a:t>Keyframes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로 설정되는 값</a:t>
            </a:r>
            <a:endParaRPr lang="en-US" altLang="ko-KR" dirty="0">
              <a:sym typeface="Wingdings" panose="05000000000000000000" pitchFamily="2" charset="2"/>
            </a:endParaRPr>
          </a:p>
          <a:p>
            <a:pPr lvl="1"/>
            <a:r>
              <a:rPr lang="en-US" altLang="ko-KR" dirty="0">
                <a:sym typeface="Wingdings" panose="05000000000000000000" pitchFamily="2" charset="2"/>
              </a:rPr>
              <a:t>to/from</a:t>
            </a:r>
          </a:p>
          <a:p>
            <a:pPr lvl="1"/>
            <a:r>
              <a:rPr lang="en-US" altLang="ko-KR" dirty="0">
                <a:sym typeface="Wingdings" panose="05000000000000000000" pitchFamily="2" charset="2"/>
              </a:rPr>
              <a:t>0% ~ 100%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872D8F0-548E-0B0A-DD3A-5FBD6A2B4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6EC173"/>
                </a:solidFill>
              </a:rPr>
              <a:t>@keyframes</a:t>
            </a:r>
            <a:endParaRPr lang="ko-KR" altLang="en-US" dirty="0">
              <a:solidFill>
                <a:srgbClr val="6EC17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03007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287412-1235-5E33-5E2D-CB2C9A183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이름 </a:t>
            </a:r>
            <a:r>
              <a:rPr lang="en-US" altLang="ko-KR" dirty="0"/>
              <a:t>: keyframes </a:t>
            </a:r>
            <a:r>
              <a:rPr lang="ko-KR" altLang="en-US" dirty="0"/>
              <a:t>로 지정한 애니메이션 이름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지속시간</a:t>
            </a:r>
            <a:r>
              <a:rPr lang="en-US" altLang="ko-KR" dirty="0"/>
              <a:t> : </a:t>
            </a:r>
            <a:r>
              <a:rPr lang="ko-KR" altLang="en-US" dirty="0"/>
              <a:t>애니메이션 지속 시간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진행형태 </a:t>
            </a:r>
            <a:r>
              <a:rPr lang="en-US" altLang="ko-KR" dirty="0"/>
              <a:t>: </a:t>
            </a:r>
            <a:r>
              <a:rPr lang="ko-KR" altLang="en-US" dirty="0"/>
              <a:t>애니메이션이 진행되는 형태</a:t>
            </a:r>
            <a:r>
              <a:rPr lang="en-US" altLang="ko-KR" dirty="0"/>
              <a:t>(</a:t>
            </a:r>
            <a:r>
              <a:rPr lang="ko-KR" altLang="en-US" dirty="0"/>
              <a:t>시간 함수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ease / linear </a:t>
            </a:r>
            <a:r>
              <a:rPr lang="ko-KR" altLang="en-US" dirty="0"/>
              <a:t>등등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반복횟수 </a:t>
            </a:r>
            <a:r>
              <a:rPr lang="en-US" altLang="ko-KR" dirty="0"/>
              <a:t>: </a:t>
            </a:r>
            <a:r>
              <a:rPr lang="ko-KR" altLang="en-US" dirty="0"/>
              <a:t>반복되는 횟수를 지정</a:t>
            </a:r>
            <a:r>
              <a:rPr lang="en-US" altLang="ko-KR" dirty="0"/>
              <a:t>, </a:t>
            </a:r>
            <a:r>
              <a:rPr lang="ko-KR" altLang="en-US" dirty="0"/>
              <a:t>소수점 가능</a:t>
            </a:r>
            <a:r>
              <a:rPr lang="en-US" altLang="ko-KR" dirty="0"/>
              <a:t>, infinite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872D8F0-548E-0B0A-DD3A-5FBD6A2B4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6EC173"/>
                </a:solidFill>
              </a:rPr>
              <a:t>Animation </a:t>
            </a:r>
            <a:r>
              <a:rPr lang="ko-KR" altLang="en-US" dirty="0"/>
              <a:t>속성</a:t>
            </a:r>
          </a:p>
        </p:txBody>
      </p:sp>
    </p:spTree>
    <p:extLst>
      <p:ext uri="{BB962C8B-B14F-4D97-AF65-F5344CB8AC3E}">
        <p14:creationId xmlns:p14="http://schemas.microsoft.com/office/powerpoint/2010/main" val="29172501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6EC173"/>
                </a:solidFill>
              </a:rPr>
              <a:t>Animation </a:t>
            </a:r>
            <a:r>
              <a:rPr lang="ko-KR" altLang="en-US" dirty="0"/>
              <a:t>속성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549" y="1690688"/>
            <a:ext cx="4888820" cy="2545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animation-name (</a:t>
            </a:r>
            <a:r>
              <a:rPr lang="ko-KR" altLang="en-US" dirty="0">
                <a:latin typeface="+mn-ea"/>
              </a:rPr>
              <a:t>이름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animation-duration (</a:t>
            </a:r>
            <a:r>
              <a:rPr lang="ko-KR" altLang="en-US" dirty="0">
                <a:latin typeface="+mn-ea"/>
              </a:rPr>
              <a:t>지속 시간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animation-delay (</a:t>
            </a:r>
            <a:r>
              <a:rPr lang="ko-KR" altLang="en-US" dirty="0">
                <a:latin typeface="+mn-ea"/>
              </a:rPr>
              <a:t>지연 시간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animation-iteration-count (</a:t>
            </a:r>
            <a:r>
              <a:rPr lang="ko-KR" altLang="en-US" dirty="0">
                <a:latin typeface="+mn-ea"/>
              </a:rPr>
              <a:t>반복 횟수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animation-timing-function (</a:t>
            </a:r>
            <a:r>
              <a:rPr lang="ko-KR" altLang="en-US" dirty="0">
                <a:latin typeface="+mn-ea"/>
              </a:rPr>
              <a:t>반복 형태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animation-direction (</a:t>
            </a:r>
            <a:r>
              <a:rPr lang="ko-KR" altLang="en-US" dirty="0">
                <a:latin typeface="+mn-ea"/>
              </a:rPr>
              <a:t>애니메이션 방향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3"/>
          <a:srcRect r="30174"/>
          <a:stretch/>
        </p:blipFill>
        <p:spPr>
          <a:xfrm>
            <a:off x="7092206" y="3028040"/>
            <a:ext cx="3212379" cy="1333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94587" y="4790901"/>
            <a:ext cx="956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</a:rPr>
              <a:t>단축 속성 </a:t>
            </a:r>
            <a:r>
              <a:rPr lang="en-US" altLang="ko-KR" dirty="0">
                <a:latin typeface="+mn-ea"/>
              </a:rPr>
              <a:t>: </a:t>
            </a:r>
            <a:r>
              <a:rPr lang="en-US" altLang="ko-KR" dirty="0">
                <a:solidFill>
                  <a:schemeClr val="accent5"/>
                </a:solidFill>
                <a:latin typeface="+mn-ea"/>
              </a:rPr>
              <a:t>name duration </a:t>
            </a:r>
            <a:r>
              <a:rPr lang="en-US" altLang="ko-KR" dirty="0">
                <a:latin typeface="+mn-ea"/>
              </a:rPr>
              <a:t>timing-function</a:t>
            </a:r>
            <a:r>
              <a:rPr lang="en-US" altLang="ko-KR" dirty="0">
                <a:solidFill>
                  <a:schemeClr val="accent5"/>
                </a:solidFill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delay </a:t>
            </a:r>
            <a:r>
              <a:rPr lang="en-US" altLang="ko-KR" dirty="0">
                <a:solidFill>
                  <a:schemeClr val="accent5"/>
                </a:solidFill>
                <a:latin typeface="+mn-ea"/>
              </a:rPr>
              <a:t>iteration-count</a:t>
            </a:r>
            <a:r>
              <a:rPr lang="en-US" altLang="ko-KR" dirty="0">
                <a:latin typeface="+mn-ea"/>
              </a:rPr>
              <a:t> direction</a:t>
            </a:r>
            <a:endParaRPr lang="ko-KR" altLang="en-US" dirty="0">
              <a:latin typeface="+mn-ea"/>
            </a:endParaRP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0540" y="5214968"/>
            <a:ext cx="7597906" cy="429511"/>
          </a:xfrm>
          <a:prstGeom prst="rect">
            <a:avLst/>
          </a:prstGeom>
        </p:spPr>
      </p:pic>
      <p:sp>
        <p:nvSpPr>
          <p:cNvPr id="3" name="오른쪽 화살표 2"/>
          <p:cNvSpPr/>
          <p:nvPr/>
        </p:nvSpPr>
        <p:spPr>
          <a:xfrm>
            <a:off x="5609493" y="3429000"/>
            <a:ext cx="1248891" cy="351692"/>
          </a:xfrm>
          <a:prstGeom prst="rightArrow">
            <a:avLst/>
          </a:prstGeom>
          <a:solidFill>
            <a:srgbClr val="6EC1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Kim jung chul Gothic Regular" panose="020B0503000000000000" pitchFamily="34" charset="-127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502432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5ED8DA-072B-7FC5-E113-8C17B68B5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4C6097A-AC2A-AACF-3345-E85A4A06F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animation</a:t>
            </a:r>
            <a:endParaRPr lang="ko-KR" altLang="en-US" dirty="0"/>
          </a:p>
        </p:txBody>
      </p:sp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86A9CA44-D60E-DE88-52D8-5E8743377533}"/>
              </a:ext>
            </a:extLst>
          </p:cNvPr>
          <p:cNvSpPr txBox="1">
            <a:spLocks/>
          </p:cNvSpPr>
          <p:nvPr/>
        </p:nvSpPr>
        <p:spPr>
          <a:xfrm>
            <a:off x="866274" y="1534110"/>
            <a:ext cx="5775158" cy="42192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30000"/>
              </a:lnSpc>
            </a:pPr>
            <a:r>
              <a:rPr lang="en-US" altLang="ko-KR" dirty="0"/>
              <a:t>Animation-timing-function</a:t>
            </a:r>
          </a:p>
          <a:p>
            <a:pPr marL="0" indent="0">
              <a:lnSpc>
                <a:spcPct val="130000"/>
              </a:lnSpc>
              <a:buNone/>
            </a:pPr>
            <a:endParaRPr lang="en-US" altLang="ko-KR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C4354F2-3D8A-0128-3312-3AD029D5BCB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363152" y="2407021"/>
            <a:ext cx="11465695" cy="3230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5033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Animation </a:t>
            </a:r>
            <a:r>
              <a:rPr lang="ko-KR" altLang="en-US" dirty="0"/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[animation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공 움직이기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0233977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Animation </a:t>
            </a:r>
            <a:r>
              <a:rPr lang="ko-KR" altLang="en-US" dirty="0"/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[animation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글자 움직이기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8668366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선택 과제</a:t>
            </a:r>
            <a:r>
              <a:rPr lang="en-US" altLang="ko-KR" dirty="0">
                <a:solidFill>
                  <a:srgbClr val="6EC173"/>
                </a:solidFill>
              </a:rPr>
              <a:t>) </a:t>
            </a:r>
            <a:r>
              <a:rPr lang="en-US" altLang="ko-KR" dirty="0"/>
              <a:t>Animation Human </a:t>
            </a:r>
            <a:r>
              <a:rPr lang="ko-KR" altLang="en-US" dirty="0"/>
              <a:t>만들기 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E7370EA-9721-7A8D-A87F-4CF99AC611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4998" y="1406463"/>
            <a:ext cx="4697186" cy="46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299624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240</TotalTime>
  <Words>1100</Words>
  <Application>Microsoft Office PowerPoint</Application>
  <PresentationFormat>와이드스크린</PresentationFormat>
  <Paragraphs>288</Paragraphs>
  <Slides>32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9" baseType="lpstr">
      <vt:lpstr>Kim jung chul Gothic Regular</vt:lpstr>
      <vt:lpstr>PretendardGOV</vt:lpstr>
      <vt:lpstr>Söhne</vt:lpstr>
      <vt:lpstr>맑은 고딕</vt:lpstr>
      <vt:lpstr>Arial</vt:lpstr>
      <vt:lpstr>Wingdings</vt:lpstr>
      <vt:lpstr>3_Office 테마</vt:lpstr>
      <vt:lpstr>웹 개발자 부트캠프 과정</vt:lpstr>
      <vt:lpstr>CSS 복잡한 속성</vt:lpstr>
      <vt:lpstr>position</vt:lpstr>
      <vt:lpstr>CSS 복잡한 속성 - position</vt:lpstr>
      <vt:lpstr>CSS 복잡한 속성 - position</vt:lpstr>
      <vt:lpstr>실습. Position실습</vt:lpstr>
      <vt:lpstr>실습. 애벌레 만들기</vt:lpstr>
      <vt:lpstr>transform</vt:lpstr>
      <vt:lpstr>CSS 복잡한 속성 - transform</vt:lpstr>
      <vt:lpstr>CSS 복잡한 속성 - transform</vt:lpstr>
      <vt:lpstr>CSS 복잡한 속성 - transform</vt:lpstr>
      <vt:lpstr>CSS 복잡한 속성 - transform</vt:lpstr>
      <vt:lpstr>transition</vt:lpstr>
      <vt:lpstr>PowerPoint 프레젠테이션</vt:lpstr>
      <vt:lpstr>실습.  transition</vt:lpstr>
      <vt:lpstr>실습. Transition &amp; transform</vt:lpstr>
      <vt:lpstr>실습. Transition &amp; transform</vt:lpstr>
      <vt:lpstr>display</vt:lpstr>
      <vt:lpstr>CSS 복잡한 속성 - display</vt:lpstr>
      <vt:lpstr>요소를 숨기는  3가지 속성</vt:lpstr>
      <vt:lpstr>PowerPoint 프레젠테이션</vt:lpstr>
      <vt:lpstr>실습. Flex</vt:lpstr>
      <vt:lpstr>실습. Flex &amp; background 종합 실습</vt:lpstr>
      <vt:lpstr>animation</vt:lpstr>
      <vt:lpstr>CSS 복잡한 속성 - animation</vt:lpstr>
      <vt:lpstr>@keyframes</vt:lpstr>
      <vt:lpstr>Animation 속성</vt:lpstr>
      <vt:lpstr>Animation 속성</vt:lpstr>
      <vt:lpstr>CSS 복잡한 속성 - animation</vt:lpstr>
      <vt:lpstr>실습. Animation 실습</vt:lpstr>
      <vt:lpstr>실습. Animation 실습</vt:lpstr>
      <vt:lpstr>선택 과제) Animation Human 만들기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CSS 복잡한 속성</dc:title>
  <dc:creator>On Coding</dc:creator>
  <cp:lastModifiedBy>On Coding</cp:lastModifiedBy>
  <cp:revision>30</cp:revision>
  <dcterms:created xsi:type="dcterms:W3CDTF">2024-05-17T01:51:38Z</dcterms:created>
  <dcterms:modified xsi:type="dcterms:W3CDTF">2024-05-24T01:41:48Z</dcterms:modified>
</cp:coreProperties>
</file>