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sldIdLst>
    <p:sldId id="675" r:id="rId2"/>
    <p:sldId id="342" r:id="rId3"/>
    <p:sldId id="689" r:id="rId4"/>
    <p:sldId id="312" r:id="rId5"/>
    <p:sldId id="339" r:id="rId6"/>
    <p:sldId id="315" r:id="rId7"/>
    <p:sldId id="690" r:id="rId8"/>
    <p:sldId id="688" r:id="rId9"/>
    <p:sldId id="322" r:id="rId10"/>
    <p:sldId id="324" r:id="rId11"/>
    <p:sldId id="323" r:id="rId12"/>
    <p:sldId id="691" r:id="rId13"/>
    <p:sldId id="692" r:id="rId14"/>
    <p:sldId id="373" r:id="rId15"/>
    <p:sldId id="316" r:id="rId16"/>
    <p:sldId id="687" r:id="rId17"/>
    <p:sldId id="693" r:id="rId18"/>
    <p:sldId id="314" r:id="rId19"/>
    <p:sldId id="696" r:id="rId20"/>
    <p:sldId id="695" r:id="rId21"/>
    <p:sldId id="398" r:id="rId22"/>
    <p:sldId id="694" r:id="rId23"/>
    <p:sldId id="317" r:id="rId24"/>
    <p:sldId id="374" r:id="rId25"/>
    <p:sldId id="375" r:id="rId26"/>
    <p:sldId id="376" r:id="rId27"/>
    <p:sldId id="330" r:id="rId28"/>
    <p:sldId id="318" r:id="rId29"/>
    <p:sldId id="319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97" autoAdjust="0"/>
    <p:restoredTop sz="66630" autoAdjust="0"/>
  </p:normalViewPr>
  <p:slideViewPr>
    <p:cSldViewPr snapToGrid="0">
      <p:cViewPr varScale="1">
        <p:scale>
          <a:sx n="60" d="100"/>
          <a:sy n="60" d="100"/>
        </p:scale>
        <p:origin x="72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24019-D21D-4F04-AF43-2AEEE922364E}" type="datetimeFigureOut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0C596-B40F-4F83-8FE4-5CF99F6F67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192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598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272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index6.html &amp; </a:t>
            </a:r>
            <a:r>
              <a:rPr lang="en-US" altLang="ko-KR" dirty="0" err="1"/>
              <a:t>css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ㄴ</a:t>
            </a:r>
            <a:r>
              <a:rPr lang="ko-KR" altLang="en-US" dirty="0"/>
              <a:t> </a:t>
            </a:r>
            <a:r>
              <a:rPr lang="en-US" altLang="ko-KR" dirty="0"/>
              <a:t>position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Index7.html &amp; </a:t>
            </a:r>
            <a:r>
              <a:rPr lang="en-US" altLang="ko-KR" dirty="0" err="1"/>
              <a:t>css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ㄴ</a:t>
            </a:r>
            <a:r>
              <a:rPr lang="ko-KR" altLang="en-US" dirty="0"/>
              <a:t> </a:t>
            </a:r>
            <a:r>
              <a:rPr lang="en-US" altLang="ko-KR" dirty="0"/>
              <a:t>z-index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Index8.html &amp; </a:t>
            </a:r>
            <a:r>
              <a:rPr lang="en-US" altLang="ko-KR" dirty="0" err="1"/>
              <a:t>css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ㄴ</a:t>
            </a:r>
            <a:r>
              <a:rPr lang="ko-KR" altLang="en-US" dirty="0"/>
              <a:t> </a:t>
            </a:r>
            <a:r>
              <a:rPr lang="en-US" altLang="ko-KR" dirty="0"/>
              <a:t>overflow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3334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LMS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4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6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503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405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kdt3rd-workspace/03_css/</a:t>
            </a:r>
            <a:r>
              <a:rPr lang="en-US" altLang="ko-KR" b="1" dirty="0"/>
              <a:t>index8.html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kdt3rd-workspace/03_css/</a:t>
            </a:r>
            <a:r>
              <a:rPr lang="en-US" altLang="ko-KR" b="1" dirty="0"/>
              <a:t>index8.css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56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237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transition-property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애니메이션 효과를 줄 속성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여기서는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transform).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transition-duration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애니메이션이 완료되는 시간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여기서는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1s).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transition-timing-function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선택 사항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):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애니메이션 속도의 변화를 정의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기본값은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ease). – </a:t>
            </a:r>
            <a:r>
              <a:rPr lang="ko-KR" altLang="en-US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느렸다가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빨라지게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빨라졌다 느려지게</a:t>
            </a: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transition-delay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선택 사항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): 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애니메이션이 시작되기 전의 지연 시간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ko-KR" alt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기본값은 </a:t>
            </a: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0s).</a:t>
            </a:r>
          </a:p>
          <a:p>
            <a:pPr algn="l">
              <a:buFont typeface="+mj-lt"/>
              <a:buAutoNum type="arabicPeriod"/>
            </a:pPr>
            <a:endParaRPr lang="en-US" altLang="ko-KR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https://developer.mozilla.org/en-US/docs/Web/CSS/transition-timing-function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38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46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118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실습 풀이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99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Display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속성은 </a:t>
            </a:r>
            <a:r>
              <a:rPr lang="en-US" altLang="ko-KR" baseline="0" dirty="0" smtClean="0"/>
              <a:t>HTML </a:t>
            </a:r>
            <a:r>
              <a:rPr lang="ko-KR" altLang="en-US" baseline="0" dirty="0" smtClean="0"/>
              <a:t>요소가 페이지에 어떻게 배치될지를 결정하는 아주 중요한 속성</a:t>
            </a:r>
            <a:endParaRPr lang="en-US" altLang="ko-KR" baseline="0" dirty="0" smtClean="0"/>
          </a:p>
          <a:p>
            <a:r>
              <a:rPr lang="ko-KR" altLang="en-US" baseline="0" dirty="0" smtClean="0"/>
              <a:t>다양한 값이 있으며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이 값들에 따라 요소의 레이아웃 및 자식 요소의 배치가 크게 달라진다</a:t>
            </a:r>
            <a:r>
              <a:rPr lang="en-US" altLang="ko-KR" baseline="0" dirty="0" smtClean="0"/>
              <a:t>.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grid</a:t>
            </a:r>
            <a:r>
              <a:rPr lang="ko-KR" altLang="en-US" dirty="0" smtClean="0"/>
              <a:t> </a:t>
            </a:r>
            <a:r>
              <a:rPr lang="ko-KR" altLang="en-US" dirty="0"/>
              <a:t>는 지금 배우기에 너무 어지러우니 나중에 다시 만나요</a:t>
            </a:r>
            <a:r>
              <a:rPr lang="en-US" altLang="ko-KR" dirty="0" smtClean="0"/>
              <a:t>!!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코드 치러 </a:t>
            </a:r>
            <a:r>
              <a:rPr lang="en-US" altLang="ko-KR" dirty="0" err="1" smtClean="0"/>
              <a:t>rr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Html 10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377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27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코드</a:t>
            </a:r>
            <a:r>
              <a:rPr lang="ko-KR" altLang="en-US" baseline="0" dirty="0" smtClean="0"/>
              <a:t> 치러 </a:t>
            </a:r>
            <a:r>
              <a:rPr lang="ko-KR" altLang="en-US" baseline="0" dirty="0" err="1" smtClean="0"/>
              <a:t>ㄱㄱ</a:t>
            </a:r>
            <a:endParaRPr lang="en-US" altLang="ko-KR" baseline="0" dirty="0" smtClean="0"/>
          </a:p>
          <a:p>
            <a:r>
              <a:rPr lang="en-US" altLang="ko-KR" baseline="0" dirty="0" smtClean="0"/>
              <a:t>Html11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114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요거는 수업 끝나고 만들어 볼 것</a:t>
            </a:r>
            <a:r>
              <a:rPr lang="en-US" altLang="ko-KR" dirty="0"/>
              <a:t>. </a:t>
            </a:r>
            <a:r>
              <a:rPr lang="ko-KR" altLang="en-US" dirty="0" smtClean="0"/>
              <a:t>과제</a:t>
            </a:r>
            <a:r>
              <a:rPr lang="en-US" altLang="ko-KR" dirty="0" smtClean="0"/>
              <a:t>!</a:t>
            </a:r>
            <a:endParaRPr lang="en-US" altLang="ko-KR" dirty="0"/>
          </a:p>
          <a:p>
            <a:r>
              <a:rPr lang="ko-KR" altLang="en-US" dirty="0"/>
              <a:t>윤곽이 잡혀있는 </a:t>
            </a:r>
            <a:r>
              <a:rPr lang="en-US" altLang="ko-KR" dirty="0"/>
              <a:t>html</a:t>
            </a:r>
            <a:r>
              <a:rPr lang="ko-KR" altLang="en-US" dirty="0"/>
              <a:t>파일과  </a:t>
            </a:r>
            <a:r>
              <a:rPr lang="en-US" altLang="ko-KR" dirty="0" err="1"/>
              <a:t>css</a:t>
            </a:r>
            <a:r>
              <a:rPr lang="ko-KR" altLang="en-US" dirty="0"/>
              <a:t>파일을 드릴 것이니 미리 풀지 말라</a:t>
            </a:r>
            <a:r>
              <a:rPr lang="en-US" altLang="ko-KR" dirty="0"/>
              <a:t>~~~~~~</a:t>
            </a:r>
          </a:p>
          <a:p>
            <a:endParaRPr lang="en-US" altLang="ko-KR" dirty="0"/>
          </a:p>
          <a:p>
            <a:r>
              <a:rPr lang="ko-KR" altLang="en-US" dirty="0"/>
              <a:t>수업준비</a:t>
            </a:r>
            <a:r>
              <a:rPr lang="en-US" altLang="ko-KR" dirty="0"/>
              <a:t>/230705/practice/header.html </a:t>
            </a:r>
            <a:r>
              <a:rPr lang="ko-KR" altLang="en-US" dirty="0"/>
              <a:t>과 </a:t>
            </a:r>
            <a:r>
              <a:rPr lang="en-US" altLang="ko-KR" dirty="0"/>
              <a:t>header.css </a:t>
            </a:r>
            <a:r>
              <a:rPr lang="ko-KR" altLang="en-US" dirty="0"/>
              <a:t>전달하기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743F5-9E7E-4395-8C78-F5A3CC3D684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9127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Animation </a:t>
            </a:r>
            <a:r>
              <a:rPr lang="ko-KR" altLang="en-US" dirty="0" smtClean="0"/>
              <a:t>속성은 요소에 애니메이션 효과를 적용할 수 있게 함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요소의 스타일을 점진적으로 변화시켜주는 기능으로 다양한 시각적 효과를 </a:t>
            </a:r>
            <a:r>
              <a:rPr lang="ko-KR" altLang="en-US" dirty="0" err="1" smtClean="0"/>
              <a:t>구현할수</a:t>
            </a:r>
            <a:r>
              <a:rPr lang="ko-KR" altLang="en-US" dirty="0" smtClean="0"/>
              <a:t> 있음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32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구성 모양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70C596-B40F-4F83-8FE4-5CF99F6F672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268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Keyframes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규칙은 </a:t>
            </a:r>
            <a:r>
              <a:rPr lang="en-US" altLang="ko-KR" baseline="0" dirty="0" smtClean="0"/>
              <a:t>CSS</a:t>
            </a:r>
            <a:r>
              <a:rPr lang="ko-KR" altLang="en-US" baseline="0" dirty="0" smtClean="0"/>
              <a:t>에서 애니메이션의 특정 지점에서 애니메이션 효과를 개발자가 직접 지정하는 기능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241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우리가 만들어주는 이름</a:t>
            </a:r>
            <a:endParaRPr lang="en-US" altLang="ko-KR" dirty="0"/>
          </a:p>
          <a:p>
            <a:r>
              <a:rPr lang="ko-KR" altLang="en-US" dirty="0"/>
              <a:t>지속시간 </a:t>
            </a:r>
            <a:r>
              <a:rPr lang="en-US" altLang="ko-KR" dirty="0"/>
              <a:t>~s</a:t>
            </a:r>
            <a:r>
              <a:rPr lang="en-US" altLang="ko-KR" baseline="0" dirty="0"/>
              <a:t> </a:t>
            </a:r>
            <a:r>
              <a:rPr lang="ko-KR" altLang="en-US" baseline="0" dirty="0"/>
              <a:t>의 몇 초 형태</a:t>
            </a:r>
            <a:endParaRPr lang="en-US" altLang="ko-KR" baseline="0" dirty="0"/>
          </a:p>
          <a:p>
            <a:r>
              <a:rPr lang="ko-KR" altLang="en-US" baseline="0" dirty="0"/>
              <a:t>진행 형태 </a:t>
            </a:r>
            <a:r>
              <a:rPr lang="en-US" altLang="ko-KR" baseline="0" dirty="0"/>
              <a:t>: </a:t>
            </a:r>
            <a:r>
              <a:rPr lang="ko-KR" altLang="en-US" baseline="0" dirty="0"/>
              <a:t>시간 함수</a:t>
            </a:r>
            <a:r>
              <a:rPr lang="en-US" altLang="ko-KR" baseline="0" dirty="0"/>
              <a:t>, transition </a:t>
            </a:r>
            <a:r>
              <a:rPr lang="ko-KR" altLang="en-US" baseline="0" dirty="0"/>
              <a:t>의 </a:t>
            </a:r>
            <a:r>
              <a:rPr lang="en-US" altLang="ko-KR" baseline="0" dirty="0"/>
              <a:t>timing-function</a:t>
            </a:r>
            <a:r>
              <a:rPr lang="ko-KR" altLang="en-US" baseline="0" dirty="0"/>
              <a:t>과 동일</a:t>
            </a:r>
            <a:r>
              <a:rPr lang="en-US" altLang="ko-KR" baseline="0" dirty="0"/>
              <a:t>. </a:t>
            </a:r>
            <a:r>
              <a:rPr lang="en-US" altLang="ko-KR" baseline="0" dirty="0" err="1"/>
              <a:t>animatio</a:t>
            </a:r>
            <a:r>
              <a:rPr lang="ko-KR" altLang="en-US" baseline="0" dirty="0"/>
              <a:t>의 길이는 </a:t>
            </a:r>
            <a:r>
              <a:rPr lang="en-US" altLang="ko-KR" baseline="0" dirty="0" err="1"/>
              <a:t>transitio</a:t>
            </a:r>
            <a:r>
              <a:rPr lang="ko-KR" altLang="en-US" baseline="0" dirty="0"/>
              <a:t>과 다르게 지속 시간이 긴 경우가 많기 때문에 움직임이 </a:t>
            </a:r>
            <a:r>
              <a:rPr lang="en-US" altLang="ko-KR" baseline="0" dirty="0"/>
              <a:t>timing </a:t>
            </a:r>
            <a:r>
              <a:rPr lang="en-US" altLang="ko-KR" baseline="0" dirty="0" err="1"/>
              <a:t>functio</a:t>
            </a:r>
            <a:r>
              <a:rPr lang="ko-KR" altLang="en-US" baseline="0" dirty="0"/>
              <a:t>에 따라서 바뀐다</a:t>
            </a:r>
            <a:r>
              <a:rPr lang="en-US" altLang="ko-KR" baseline="0" dirty="0"/>
              <a:t>. </a:t>
            </a:r>
            <a:r>
              <a:rPr lang="en-US" altLang="ko-KR" baseline="0" dirty="0" err="1"/>
              <a:t>animaitio</a:t>
            </a:r>
            <a:r>
              <a:rPr lang="ko-KR" altLang="en-US" baseline="0" dirty="0"/>
              <a:t>에서의 </a:t>
            </a:r>
            <a:r>
              <a:rPr lang="en-US" altLang="ko-KR" baseline="0" dirty="0"/>
              <a:t>ease linear </a:t>
            </a:r>
            <a:r>
              <a:rPr lang="ko-KR" altLang="en-US" baseline="0" dirty="0"/>
              <a:t>등의 시간 함수는 꽤 중요한 역할을 함</a:t>
            </a:r>
            <a:endParaRPr lang="en-US" altLang="ko-KR" baseline="0" dirty="0"/>
          </a:p>
          <a:p>
            <a:r>
              <a:rPr lang="ko-KR" altLang="en-US" dirty="0" err="1"/>
              <a:t>반복횟수</a:t>
            </a:r>
            <a:r>
              <a:rPr lang="ko-KR" altLang="en-US" dirty="0"/>
              <a:t> </a:t>
            </a:r>
            <a:r>
              <a:rPr lang="en-US" altLang="ko-KR" dirty="0"/>
              <a:t>(iteration-count)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AD15D-3FC6-4EBB-8A1D-F20C53EB778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8017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파란글씨</a:t>
            </a:r>
            <a:r>
              <a:rPr lang="ko-KR" altLang="en-US" dirty="0"/>
              <a:t> 필수 속성 </a:t>
            </a:r>
            <a:endParaRPr lang="en-US" altLang="ko-KR" dirty="0"/>
          </a:p>
          <a:p>
            <a:r>
              <a:rPr lang="ko-KR" altLang="en-US" dirty="0"/>
              <a:t>까만 글씨 생략 가능 </a:t>
            </a:r>
            <a:endParaRPr lang="en-US" altLang="ko-KR" dirty="0"/>
          </a:p>
          <a:p>
            <a:r>
              <a:rPr lang="en-US" altLang="ko-KR" dirty="0"/>
              <a:t>Timing-</a:t>
            </a:r>
            <a:r>
              <a:rPr lang="en-US" altLang="ko-KR" dirty="0" err="1"/>
              <a:t>funciton</a:t>
            </a:r>
            <a:r>
              <a:rPr lang="ko-KR" altLang="en-US" dirty="0"/>
              <a:t>은 보통 써주지만 </a:t>
            </a:r>
            <a:r>
              <a:rPr lang="en-US" altLang="ko-KR" dirty="0"/>
              <a:t>delay</a:t>
            </a:r>
            <a:r>
              <a:rPr lang="ko-KR" altLang="en-US" dirty="0"/>
              <a:t>랑 </a:t>
            </a:r>
            <a:r>
              <a:rPr lang="en-US" altLang="ko-KR" dirty="0"/>
              <a:t>direction</a:t>
            </a:r>
            <a:r>
              <a:rPr lang="ko-KR" altLang="en-US" dirty="0"/>
              <a:t>은 안써주는 경우가 </a:t>
            </a:r>
            <a:r>
              <a:rPr lang="ko-KR" altLang="en-US" dirty="0" smtClean="0"/>
              <a:t>많다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AD15D-3FC6-4EBB-8A1D-F20C53EB778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054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코드 치러 </a:t>
            </a:r>
            <a:r>
              <a:rPr lang="ko-KR" altLang="en-US" dirty="0" err="1" smtClean="0"/>
              <a:t>ㄱㄱ</a:t>
            </a:r>
            <a:endParaRPr lang="ko-KR" altLang="en-US" dirty="0"/>
          </a:p>
          <a:p>
            <a:endParaRPr lang="ko-KR" altLang="en-US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10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"As I relax on the sofa and gaze around a room a thought hits me: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this is exactly the place I've been looking for all my life.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A little hideaway in some sinkhole somewhere.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I'd always thought of it as a secret, imaginary place, and can barely believe that it actually exists.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I close my eyes and take a breath, and wonder of it all settles over me like a gentle cloud."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/>
              <a:t>&lt;p&gt;</a:t>
            </a:r>
            <a:r>
              <a:rPr lang="ko-KR" altLang="en-US" dirty="0"/>
              <a:t>태그 내용 전달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301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1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177687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8130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21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43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10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85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14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95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1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573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131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81813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49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60" r:id="rId1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2iwdqgro8i2ew.cloudfront.net/lesson/script/53006-1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CodingOn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379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/>
              <a:t>CSS </a:t>
            </a:r>
            <a:r>
              <a:rPr lang="ko-KR" altLang="en-US" sz="8000" dirty="0"/>
              <a:t>복잡한 속성</a:t>
            </a:r>
          </a:p>
        </p:txBody>
      </p:sp>
    </p:spTree>
    <p:extLst>
      <p:ext uri="{BB962C8B-B14F-4D97-AF65-F5344CB8AC3E}">
        <p14:creationId xmlns:p14="http://schemas.microsoft.com/office/powerpoint/2010/main" val="229048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position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69679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7654206-EECB-4A13-81A8-6C5D73A49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0292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en-US" altLang="ko-KR" sz="3200" dirty="0"/>
              <a:t>static : </a:t>
            </a:r>
            <a:r>
              <a:rPr lang="ko-KR" altLang="en-US" sz="3200" dirty="0"/>
              <a:t>정적 위치 지정 방식</a:t>
            </a:r>
            <a:endParaRPr lang="en-US" altLang="ko-KR" sz="3200" dirty="0"/>
          </a:p>
          <a:p>
            <a:pPr algn="ctr"/>
            <a:endParaRPr lang="en-US" altLang="ko-KR" sz="3200" dirty="0"/>
          </a:p>
          <a:p>
            <a:pPr algn="ctr"/>
            <a:r>
              <a:rPr lang="en-US" altLang="ko-KR" sz="3200" dirty="0"/>
              <a:t>relative : </a:t>
            </a:r>
            <a:r>
              <a:rPr lang="ko-KR" altLang="en-US" sz="3200" dirty="0"/>
              <a:t>상대 위치 지정 방식</a:t>
            </a:r>
            <a:endParaRPr lang="en-US" altLang="ko-KR" sz="3200" dirty="0"/>
          </a:p>
          <a:p>
            <a:pPr algn="ctr"/>
            <a:endParaRPr lang="en-US" altLang="ko-KR" sz="3200" dirty="0"/>
          </a:p>
          <a:p>
            <a:pPr algn="ctr"/>
            <a:r>
              <a:rPr lang="en-US" altLang="ko-KR" sz="3200" dirty="0"/>
              <a:t>absolute : </a:t>
            </a:r>
            <a:r>
              <a:rPr lang="ko-KR" altLang="en-US" sz="3200" dirty="0"/>
              <a:t>절대 위치 지정 방식</a:t>
            </a:r>
            <a:endParaRPr lang="en-US" altLang="ko-KR" sz="3200" dirty="0"/>
          </a:p>
          <a:p>
            <a:pPr algn="ctr"/>
            <a:endParaRPr lang="en-US" altLang="ko-KR" sz="3200" dirty="0"/>
          </a:p>
          <a:p>
            <a:pPr algn="ctr"/>
            <a:r>
              <a:rPr lang="en-US" altLang="ko-KR" sz="3200" dirty="0"/>
              <a:t>fixed : </a:t>
            </a:r>
            <a:r>
              <a:rPr lang="ko-KR" altLang="en-US" sz="3200" dirty="0"/>
              <a:t>고정 위치 지정 방식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복잡한 속성 </a:t>
            </a:r>
            <a:r>
              <a:rPr lang="en-US" altLang="ko-KR" dirty="0"/>
              <a:t>- 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04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09EF4C-6CBF-F353-816C-0A042A42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711374-53F0-4A81-B742-9C03D3E3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</a:t>
            </a:r>
            <a:r>
              <a:rPr lang="ko-KR" altLang="en-US" dirty="0"/>
              <a:t> 복잡한 속성 </a:t>
            </a:r>
            <a:r>
              <a:rPr lang="en-US" altLang="ko-KR" dirty="0"/>
              <a:t>- position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E774DD-197D-1358-70BB-D8083937BA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124"/>
          <a:stretch/>
        </p:blipFill>
        <p:spPr>
          <a:xfrm>
            <a:off x="262111" y="1687846"/>
            <a:ext cx="11667777" cy="37569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366E32-AFEE-FA0A-86E5-672CF3F8B2E8}"/>
              </a:ext>
            </a:extLst>
          </p:cNvPr>
          <p:cNvSpPr txBox="1"/>
          <p:nvPr/>
        </p:nvSpPr>
        <p:spPr>
          <a:xfrm>
            <a:off x="7562291" y="5433062"/>
            <a:ext cx="4367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잊지 말자</a:t>
            </a:r>
            <a:r>
              <a:rPr lang="en-US" altLang="ko-KR" sz="2400" dirty="0">
                <a:solidFill>
                  <a:schemeClr val="accent1"/>
                </a:solidFill>
              </a:rPr>
              <a:t>!) position</a:t>
            </a:r>
            <a:r>
              <a:rPr lang="ko-KR" altLang="en-US" sz="2400" dirty="0">
                <a:solidFill>
                  <a:schemeClr val="accent1"/>
                </a:solidFill>
              </a:rPr>
              <a:t> 속성이 정의되어 있어야 사용 가능</a:t>
            </a:r>
            <a:r>
              <a:rPr lang="en-US" altLang="ko-KR" sz="2400" dirty="0">
                <a:solidFill>
                  <a:schemeClr val="accent1"/>
                </a:solidFill>
              </a:rPr>
              <a:t>!</a:t>
            </a:r>
            <a:endParaRPr lang="ko-KR" altLang="en-US" sz="2400" dirty="0">
              <a:solidFill>
                <a:schemeClr val="accent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AA1E90-982B-CDBC-CB90-CE977273B8C1}"/>
              </a:ext>
            </a:extLst>
          </p:cNvPr>
          <p:cNvSpPr/>
          <p:nvPr/>
        </p:nvSpPr>
        <p:spPr>
          <a:xfrm>
            <a:off x="633047" y="3088982"/>
            <a:ext cx="1500554" cy="234408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32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r>
              <a:rPr lang="ko-KR" altLang="en-US" dirty="0"/>
              <a:t>다양한 </a:t>
            </a:r>
            <a:r>
              <a:rPr lang="en-US" altLang="ko-KR" dirty="0"/>
              <a:t>position </a:t>
            </a:r>
            <a:r>
              <a:rPr lang="ko-KR" altLang="en-US" dirty="0"/>
              <a:t>속성을 이용해 애벌레 만들기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애벌레 만들기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57C8AF9-7159-A8A3-8025-2FA5009BE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81" t="25847" r="23279" b="21953"/>
          <a:stretch/>
        </p:blipFill>
        <p:spPr bwMode="auto">
          <a:xfrm>
            <a:off x="794355" y="2301501"/>
            <a:ext cx="5725795" cy="392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57CA7A7A-0F6F-2872-5EE5-BCE43523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928" y="2725114"/>
            <a:ext cx="5225912" cy="296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BD111C2-A304-C6DE-223B-24FB5067FA7F}"/>
              </a:ext>
            </a:extLst>
          </p:cNvPr>
          <p:cNvSpPr/>
          <p:nvPr/>
        </p:nvSpPr>
        <p:spPr>
          <a:xfrm>
            <a:off x="445938" y="2540040"/>
            <a:ext cx="649356" cy="648000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1</a:t>
            </a:r>
            <a:endParaRPr lang="ko-KR" altLang="en-US" sz="3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901BDFB-F109-F541-D80A-87DACC4FE43A}"/>
              </a:ext>
            </a:extLst>
          </p:cNvPr>
          <p:cNvSpPr/>
          <p:nvPr/>
        </p:nvSpPr>
        <p:spPr>
          <a:xfrm>
            <a:off x="5892729" y="2530709"/>
            <a:ext cx="649356" cy="648000"/>
          </a:xfrm>
          <a:prstGeom prst="ellipse">
            <a:avLst/>
          </a:prstGeom>
          <a:solidFill>
            <a:schemeClr val="accent1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/>
              <a:t>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05511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transform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333673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947" y="2200120"/>
            <a:ext cx="6344478" cy="3644686"/>
          </a:xfrm>
        </p:spPr>
        <p:txBody>
          <a:bodyPr/>
          <a:lstStyle/>
          <a:p>
            <a:r>
              <a:rPr lang="en-US" altLang="ko-KR" b="1" dirty="0"/>
              <a:t>skew</a:t>
            </a:r>
            <a:r>
              <a:rPr lang="en-US" altLang="ko-KR" dirty="0"/>
              <a:t> : </a:t>
            </a:r>
            <a:r>
              <a:rPr lang="ko-KR" altLang="en-US" dirty="0"/>
              <a:t>기울기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scale</a:t>
            </a:r>
            <a:r>
              <a:rPr lang="en-US" altLang="ko-KR" dirty="0"/>
              <a:t> : </a:t>
            </a:r>
            <a:r>
              <a:rPr lang="ko-KR" altLang="en-US" dirty="0"/>
              <a:t>확대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rotate</a:t>
            </a:r>
            <a:r>
              <a:rPr lang="en-US" altLang="ko-KR" dirty="0"/>
              <a:t> : </a:t>
            </a:r>
            <a:r>
              <a:rPr lang="ko-KR" altLang="en-US" dirty="0"/>
              <a:t>회전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translate</a:t>
            </a:r>
            <a:r>
              <a:rPr lang="en-US" altLang="ko-KR" dirty="0"/>
              <a:t> : </a:t>
            </a:r>
            <a:r>
              <a:rPr lang="ko-KR" altLang="en-US" dirty="0"/>
              <a:t>이동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1175A-699D-3F6A-9D29-A3C0D8BFFAA6}"/>
              </a:ext>
            </a:extLst>
          </p:cNvPr>
          <p:cNvSpPr txBox="1"/>
          <p:nvPr/>
        </p:nvSpPr>
        <p:spPr>
          <a:xfrm>
            <a:off x="484909" y="1325563"/>
            <a:ext cx="11222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0" i="0" dirty="0">
                <a:effectLst/>
              </a:rPr>
              <a:t>요소에 이동</a:t>
            </a:r>
            <a:r>
              <a:rPr lang="en-US" altLang="ko-KR" sz="2400" b="0" i="0" dirty="0">
                <a:effectLst/>
              </a:rPr>
              <a:t>(translate), </a:t>
            </a:r>
            <a:r>
              <a:rPr lang="ko-KR" altLang="en-US" sz="2400" b="0" i="0" dirty="0">
                <a:effectLst/>
              </a:rPr>
              <a:t>회전</a:t>
            </a:r>
            <a:r>
              <a:rPr lang="en-US" altLang="ko-KR" sz="2400" b="0" i="0" dirty="0">
                <a:effectLst/>
              </a:rPr>
              <a:t>(rotate), </a:t>
            </a:r>
            <a:r>
              <a:rPr lang="ko-KR" altLang="en-US" sz="2400" b="0" i="0" dirty="0">
                <a:effectLst/>
              </a:rPr>
              <a:t>확대축소</a:t>
            </a:r>
            <a:r>
              <a:rPr lang="en-US" altLang="ko-KR" sz="2400" b="0" i="0" dirty="0">
                <a:effectLst/>
              </a:rPr>
              <a:t>(scale), </a:t>
            </a:r>
            <a:r>
              <a:rPr lang="ko-KR" altLang="en-US" sz="2400" b="0" i="0" dirty="0">
                <a:effectLst/>
              </a:rPr>
              <a:t>비틀기</a:t>
            </a:r>
            <a:r>
              <a:rPr lang="en-US" altLang="ko-KR" sz="2400" b="0" i="0" dirty="0">
                <a:effectLst/>
              </a:rPr>
              <a:t>(skew) </a:t>
            </a:r>
            <a:r>
              <a:rPr lang="ko-KR" altLang="en-US" sz="2400" b="0" i="0" dirty="0">
                <a:effectLst/>
              </a:rPr>
              <a:t>효과를 부여하기 위한 함수를 제공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5241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A2773C-C95C-C839-F80C-240482F6D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64E1-7F13-44DE-8021-CDAF6015FD20}" type="datetime6">
              <a:rPr lang="ko-KR" altLang="en-US" smtClean="0"/>
              <a:t>2024년 5월</a:t>
            </a:fld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9C8E9-1013-83FC-78A7-FAC88BA2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C54C0C-A81C-EA63-CA0A-E67C1DF7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28815-C171-2CEF-7C76-A8138A5CDC06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skew : </a:t>
            </a:r>
            <a:r>
              <a:rPr lang="ko-KR" altLang="en-US" sz="2400" dirty="0"/>
              <a:t>기울기</a:t>
            </a:r>
            <a:endParaRPr lang="en-US" altLang="ko-KR" sz="2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174F42-5A06-BBCB-2633-071872223B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366"/>
          <a:stretch/>
        </p:blipFill>
        <p:spPr>
          <a:xfrm>
            <a:off x="556185" y="1915517"/>
            <a:ext cx="11079630" cy="40124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1F341D5-9ECF-0D34-E40E-D274ACAD45C7}"/>
              </a:ext>
            </a:extLst>
          </p:cNvPr>
          <p:cNvSpPr txBox="1"/>
          <p:nvPr/>
        </p:nvSpPr>
        <p:spPr>
          <a:xfrm>
            <a:off x="1615440" y="6089209"/>
            <a:ext cx="1041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사진 출처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: https://dev.to/kunaal438/css-transform-complete-guide-on-css-transform-everything-you-need-for-good-developer-841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94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8005D-C3B3-0345-8E72-EAC850CC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B730F9-1B38-77DA-37B0-877B8EE8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88C3C44-5967-85DC-3ED4-2830FAE37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6FD7CA5C-A72D-FFC1-A78B-FE0820A7516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B1B55B-F1C6-0A10-1027-CFD8B7D83D79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rotate : </a:t>
            </a:r>
            <a:r>
              <a:rPr lang="ko-KR" altLang="en-US" sz="2400" dirty="0"/>
              <a:t>회전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3F812-1055-34ED-1764-51CA5AAD8D34}"/>
              </a:ext>
            </a:extLst>
          </p:cNvPr>
          <p:cNvSpPr txBox="1"/>
          <p:nvPr/>
        </p:nvSpPr>
        <p:spPr>
          <a:xfrm>
            <a:off x="1615440" y="6089209"/>
            <a:ext cx="1041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사진 출처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: https://dev.to/kunaal438/css-transform-complete-guide-on-css-transform-everything-you-need-for-good-developer-841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127D8A1-0953-615B-45A2-D16B65AE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326" y="1179517"/>
            <a:ext cx="7619074" cy="471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96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DE02C-EB9C-E208-3F25-DE54396F0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43398-BC25-1AF2-28F5-643094CF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572E856-2744-3177-F4D6-C34F5D5B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transform</a:t>
            </a:r>
            <a:endParaRPr lang="ko-KR" altLang="en-US" dirty="0"/>
          </a:p>
        </p:txBody>
      </p:sp>
      <p:sp>
        <p:nvSpPr>
          <p:cNvPr id="8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80175"/>
            <a:ext cx="2743200" cy="365125"/>
          </a:xfrm>
        </p:spPr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C88189-E2ED-D019-EADD-698D2508E453}"/>
              </a:ext>
            </a:extLst>
          </p:cNvPr>
          <p:cNvSpPr txBox="1"/>
          <p:nvPr/>
        </p:nvSpPr>
        <p:spPr>
          <a:xfrm>
            <a:off x="578895" y="1403122"/>
            <a:ext cx="6134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/>
              <a:t>translate : </a:t>
            </a:r>
            <a:r>
              <a:rPr lang="ko-KR" altLang="en-US" sz="2400" dirty="0"/>
              <a:t>이동</a:t>
            </a:r>
            <a:endParaRPr lang="en-US" altLang="ko-KR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3B172-F768-440D-2494-7D35FCF070A5}"/>
              </a:ext>
            </a:extLst>
          </p:cNvPr>
          <p:cNvSpPr txBox="1"/>
          <p:nvPr/>
        </p:nvSpPr>
        <p:spPr>
          <a:xfrm>
            <a:off x="1615440" y="6089209"/>
            <a:ext cx="104145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사진 출처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: https://dev.to/kunaal438/css-transform-complete-guide-on-css-transform-everything-you-need-for-good-developer-841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7FC036-3A8B-5347-561B-CE6984C0B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100" y="1439069"/>
            <a:ext cx="7392118" cy="453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26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transition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03446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267FBA-00D8-6DD1-2E1C-9E61B9811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A50C0E-9399-A65E-FEBD-B5B85EE3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FEE57-9A6F-2DB7-23D2-E8F9F0230FEE}"/>
              </a:ext>
            </a:extLst>
          </p:cNvPr>
          <p:cNvSpPr txBox="1"/>
          <p:nvPr/>
        </p:nvSpPr>
        <p:spPr>
          <a:xfrm>
            <a:off x="565868" y="2529118"/>
            <a:ext cx="11060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transition: </a:t>
            </a:r>
            <a:r>
              <a:rPr lang="ko-KR" altLang="en-US" sz="4000" b="1" dirty="0" err="1"/>
              <a:t>속성명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solidFill>
                  <a:srgbClr val="6EC17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지속시간</a:t>
            </a:r>
            <a:r>
              <a:rPr lang="ko-KR" altLang="en-US" sz="4000" b="1" dirty="0"/>
              <a:t> 타이밍함수 대기시간</a:t>
            </a:r>
            <a:r>
              <a:rPr lang="en-US" altLang="ko-KR" sz="4000" b="1" dirty="0"/>
              <a:t>;</a:t>
            </a:r>
            <a:endParaRPr lang="ko-KR" altLang="en-US" sz="40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6C8806-6AB3-2AA9-637C-A83D9C5FAA86}"/>
              </a:ext>
            </a:extLst>
          </p:cNvPr>
          <p:cNvSpPr/>
          <p:nvPr/>
        </p:nvSpPr>
        <p:spPr>
          <a:xfrm>
            <a:off x="45276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Transition-property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1B4BBC0-FE6F-6D6D-D138-1073137A7513}"/>
              </a:ext>
            </a:extLst>
          </p:cNvPr>
          <p:cNvSpPr/>
          <p:nvPr/>
        </p:nvSpPr>
        <p:spPr>
          <a:xfrm>
            <a:off x="3186023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</a:rPr>
              <a:t>Transition-duration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67931E-0EF2-108A-0A64-59FCC357EECC}"/>
              </a:ext>
            </a:extLst>
          </p:cNvPr>
          <p:cNvSpPr/>
          <p:nvPr/>
        </p:nvSpPr>
        <p:spPr>
          <a:xfrm>
            <a:off x="5880257" y="4278110"/>
            <a:ext cx="3200132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Transition-timing-function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3C91530-3247-6294-C16C-07AAF1D6C3B2}"/>
              </a:ext>
            </a:extLst>
          </p:cNvPr>
          <p:cNvSpPr/>
          <p:nvPr/>
        </p:nvSpPr>
        <p:spPr>
          <a:xfrm>
            <a:off x="9434422" y="4270159"/>
            <a:ext cx="2379228" cy="8055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Transition-delay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CD09ECC4-B809-0866-B735-12121F83A724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6379218" y="669858"/>
            <a:ext cx="1576042" cy="2142478"/>
          </a:xfrm>
          <a:prstGeom prst="curvedConnector2">
            <a:avLst/>
          </a:prstGeom>
          <a:ln w="571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9AC2D0-E69B-992A-B11E-B6E86C75764E}"/>
              </a:ext>
            </a:extLst>
          </p:cNvPr>
          <p:cNvSpPr txBox="1"/>
          <p:nvPr/>
        </p:nvSpPr>
        <p:spPr>
          <a:xfrm>
            <a:off x="8692525" y="580600"/>
            <a:ext cx="25301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단축형 작성 시</a:t>
            </a:r>
            <a:r>
              <a:rPr lang="en-US" altLang="ko-KR" sz="2400" b="1" dirty="0"/>
              <a:t>, </a:t>
            </a:r>
          </a:p>
          <a:p>
            <a:r>
              <a:rPr lang="ko-KR" altLang="en-US" sz="2400" b="1" dirty="0">
                <a:solidFill>
                  <a:srgbClr val="FF0000"/>
                </a:solidFill>
              </a:rPr>
              <a:t>필수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ko-KR" altLang="en-US" sz="2400" b="1" dirty="0">
                <a:solidFill>
                  <a:srgbClr val="FF0000"/>
                </a:solidFill>
              </a:rPr>
              <a:t>포함</a:t>
            </a:r>
            <a:r>
              <a:rPr lang="ko-KR" altLang="en-US" sz="2400" b="1" dirty="0"/>
              <a:t> 속성</a:t>
            </a:r>
          </a:p>
        </p:txBody>
      </p:sp>
    </p:spTree>
    <p:extLst>
      <p:ext uri="{BB962C8B-B14F-4D97-AF65-F5344CB8AC3E}">
        <p14:creationId xmlns:p14="http://schemas.microsoft.com/office/powerpoint/2010/main" val="201173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r>
              <a:rPr lang="en-US" altLang="ko-KR" dirty="0"/>
              <a:t>100px, 100px div </a:t>
            </a:r>
            <a:r>
              <a:rPr lang="ko-KR" altLang="en-US" dirty="0"/>
              <a:t>만들고 배경은 검정</a:t>
            </a:r>
            <a:r>
              <a:rPr lang="en-US" altLang="ko-KR" dirty="0"/>
              <a:t>, </a:t>
            </a:r>
            <a:r>
              <a:rPr lang="ko-KR" altLang="en-US" dirty="0"/>
              <a:t>글자는 흰색으로 만들기</a:t>
            </a:r>
            <a:endParaRPr lang="en-US" altLang="ko-KR" dirty="0"/>
          </a:p>
          <a:p>
            <a:r>
              <a:rPr lang="en-US" altLang="ko-KR" dirty="0"/>
              <a:t>div </a:t>
            </a:r>
            <a:r>
              <a:rPr lang="ko-KR" altLang="en-US" dirty="0"/>
              <a:t>에 마우스를 올려놓았을 때 </a:t>
            </a:r>
            <a:r>
              <a:rPr lang="en-US" altLang="ko-KR" dirty="0"/>
              <a:t>300px, 300px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en-US" altLang="ko-KR" dirty="0"/>
              <a:t>transition</a:t>
            </a:r>
            <a:r>
              <a:rPr lang="ko-KR" altLang="en-US" dirty="0"/>
              <a:t>은 우측 </a:t>
            </a:r>
            <a:r>
              <a:rPr lang="en-US" altLang="ko-KR" dirty="0"/>
              <a:t>gif</a:t>
            </a:r>
            <a:r>
              <a:rPr lang="ko-KR" altLang="en-US" dirty="0"/>
              <a:t>대로 실행</a:t>
            </a:r>
            <a:endParaRPr lang="en-US" altLang="ko-KR" dirty="0"/>
          </a:p>
          <a:p>
            <a:r>
              <a:rPr lang="en-US" altLang="ko-KR" dirty="0"/>
              <a:t>( delay</a:t>
            </a:r>
            <a:r>
              <a:rPr lang="ko-KR" altLang="en-US" dirty="0"/>
              <a:t>는 </a:t>
            </a:r>
            <a:r>
              <a:rPr lang="en-US" altLang="ko-KR" dirty="0"/>
              <a:t>0.5s, </a:t>
            </a:r>
            <a:r>
              <a:rPr lang="ko-KR" altLang="en-US" dirty="0"/>
              <a:t>진행속도는 </a:t>
            </a:r>
            <a:r>
              <a:rPr lang="en-US" altLang="ko-KR" dirty="0"/>
              <a:t>1s 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179946"/>
            <a:ext cx="10515600" cy="1325563"/>
          </a:xfrm>
        </p:spPr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transition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2C74C6-170F-58B4-9872-82945C9AF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90" y="2329308"/>
            <a:ext cx="3505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5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r>
              <a:rPr lang="en-US" altLang="ko-KR" dirty="0"/>
              <a:t>Transform </a:t>
            </a:r>
            <a:r>
              <a:rPr lang="ko-KR" altLang="en-US" dirty="0"/>
              <a:t>과 </a:t>
            </a:r>
            <a:r>
              <a:rPr lang="en-US" altLang="ko-KR" dirty="0"/>
              <a:t>z-index </a:t>
            </a:r>
            <a:r>
              <a:rPr lang="ko-KR" altLang="en-US" dirty="0"/>
              <a:t>를 이용해 이미지 </a:t>
            </a:r>
            <a:r>
              <a:rPr lang="en-US" altLang="ko-KR" dirty="0"/>
              <a:t>3</a:t>
            </a:r>
            <a:r>
              <a:rPr lang="ko-KR" altLang="en-US" dirty="0"/>
              <a:t>개를 연달아 나열하기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사진 쌓기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82D6058E-35C1-2840-5BA7-5D127CBFD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0382" y="2000165"/>
            <a:ext cx="8706678" cy="398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051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314" y="1581917"/>
            <a:ext cx="10515600" cy="4351338"/>
          </a:xfrm>
        </p:spPr>
        <p:txBody>
          <a:bodyPr>
            <a:normAutofit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[CSS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transition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&amp;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transform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문제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 Transform </a:t>
            </a:r>
            <a:r>
              <a:rPr lang="ko-KR" altLang="en-US" dirty="0">
                <a:solidFill>
                  <a:schemeClr val="accent1"/>
                </a:solidFill>
              </a:rPr>
              <a:t>실습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039785" y="225187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68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/>
              <a:t>display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561224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3363" y="2631233"/>
            <a:ext cx="7688425" cy="3425044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altLang="ko-KR" dirty="0"/>
              <a:t>inline / block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inline-block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flex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 smtClean="0"/>
              <a:t>grid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display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561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요소를 숨기는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3</a:t>
            </a:r>
            <a:r>
              <a:rPr lang="ko-KR" altLang="en-US" dirty="0" smtClean="0"/>
              <a:t>가지 속성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9591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1026" name="Picture 2" descr="https://blog.kakaocdn.net/dn/b12xKr/btszwcGkMe2/hCyN9XhQn8ovfcR4q8Lp61/i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784" y="773581"/>
            <a:ext cx="8763454" cy="53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411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61" y="1565213"/>
            <a:ext cx="10351478" cy="45485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281EE9B-083C-1657-437D-D3E4A1E0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다양한 헤더 만들기 </a:t>
            </a:r>
            <a:r>
              <a:rPr lang="en-US" altLang="ko-KR" dirty="0"/>
              <a:t>(with. flex)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7244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5월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11500" dirty="0" smtClean="0"/>
              <a:t>animation</a:t>
            </a:r>
            <a:endParaRPr lang="ko-KR" altLang="en-US" sz="11500" dirty="0"/>
          </a:p>
        </p:txBody>
      </p:sp>
    </p:spTree>
    <p:extLst>
      <p:ext uri="{BB962C8B-B14F-4D97-AF65-F5344CB8AC3E}">
        <p14:creationId xmlns:p14="http://schemas.microsoft.com/office/powerpoint/2010/main" val="101079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21AC2E97-18FD-4237-589C-515E3684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822" y="1608991"/>
            <a:ext cx="7805531" cy="21198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ko-KR" altLang="en-US" dirty="0" smtClean="0"/>
              <a:t>애니</a:t>
            </a:r>
            <a:r>
              <a:rPr lang="ko-KR" altLang="en-US" dirty="0"/>
              <a:t>메</a:t>
            </a:r>
            <a:r>
              <a:rPr lang="ko-KR" altLang="en-US" dirty="0" smtClean="0"/>
              <a:t>이션을 </a:t>
            </a:r>
            <a:r>
              <a:rPr lang="ko-KR" altLang="en-US" dirty="0"/>
              <a:t>나타내는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스타일</a:t>
            </a:r>
            <a:endParaRPr lang="en-US" altLang="ko-KR" dirty="0"/>
          </a:p>
          <a:p>
            <a:pPr marL="0" indent="0" algn="ctr">
              <a:buNone/>
            </a:pPr>
            <a:r>
              <a:rPr lang="en-US" altLang="ko-KR" sz="6000" dirty="0"/>
              <a:t>+</a:t>
            </a:r>
            <a:r>
              <a:rPr lang="en-US" altLang="ko-KR" sz="4000" dirty="0"/>
              <a:t> </a:t>
            </a:r>
          </a:p>
          <a:p>
            <a:pPr marL="0" indent="0" algn="ctr">
              <a:buNone/>
            </a:pPr>
            <a:r>
              <a:rPr lang="ko-KR" altLang="en-US" dirty="0" smtClean="0"/>
              <a:t>애니메이션의 </a:t>
            </a:r>
            <a:r>
              <a:rPr lang="ko-KR" altLang="en-US" dirty="0"/>
              <a:t>중간 상태를 나타내는 키 프레임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53B6E7-C258-1708-6F45-31FFDE08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99A0EE-47F7-D110-E2A1-2ACF334E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C53F9D-FAD3-2E9F-1E65-5F5FB3F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animation</a:t>
            </a:r>
            <a:endParaRPr lang="ko-KR" altLang="en-US" dirty="0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EB05A034-2E98-E748-448B-80A28DDD596C}"/>
              </a:ext>
            </a:extLst>
          </p:cNvPr>
          <p:cNvSpPr/>
          <p:nvPr/>
        </p:nvSpPr>
        <p:spPr>
          <a:xfrm>
            <a:off x="1606822" y="4544044"/>
            <a:ext cx="8726905" cy="818146"/>
          </a:xfrm>
          <a:prstGeom prst="wedgeRoundRectCallout">
            <a:avLst>
              <a:gd name="adj1" fmla="val 20401"/>
              <a:gd name="adj2" fmla="val -166142"/>
              <a:gd name="adj3" fmla="val 16667"/>
            </a:avLst>
          </a:prstGeom>
          <a:ln w="5715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@keyframes </a:t>
            </a:r>
            <a:r>
              <a:rPr lang="ko-KR" altLang="en-US" sz="2400" dirty="0"/>
              <a:t>로 설정되는 값 </a:t>
            </a:r>
            <a:r>
              <a:rPr lang="en-US" altLang="ko-KR" sz="2400" dirty="0"/>
              <a:t>( to ~ from, 0% ~ 100% 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63318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87412-1235-5E33-5E2D-CB2C9A183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CSS</a:t>
            </a:r>
            <a:r>
              <a:rPr lang="ko-KR" altLang="en-US" dirty="0">
                <a:sym typeface="Wingdings" panose="05000000000000000000" pitchFamily="2" charset="2"/>
              </a:rPr>
              <a:t>의 애니메이션 효과를 개발자가 직접 지정하는 기능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애니메이션의 중간 지점마다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속성 값을 지정하여 세밀하게 애니메이션 조절하는 기능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키프레임을 변수에 선언하고 해당 변수를 </a:t>
            </a:r>
            <a:r>
              <a:rPr lang="en-US" altLang="ko-KR" dirty="0">
                <a:sym typeface="Wingdings" panose="05000000000000000000" pitchFamily="2" charset="2"/>
              </a:rPr>
              <a:t>CSS </a:t>
            </a:r>
            <a:r>
              <a:rPr lang="ko-KR" altLang="en-US" dirty="0">
                <a:sym typeface="Wingdings" panose="05000000000000000000" pitchFamily="2" charset="2"/>
              </a:rPr>
              <a:t>에서 불러와서 사용할 수 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Keyframes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로 설정되는 값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to/from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0% ~ 100%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72D8F0-548E-0B0A-DD3A-5FBD6A2B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6EC173"/>
                </a:solidFill>
              </a:rPr>
              <a:t>@keyframes</a:t>
            </a:r>
            <a:endParaRPr lang="ko-KR" altLang="en-US" dirty="0">
              <a:solidFill>
                <a:srgbClr val="6EC1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300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87412-1235-5E33-5E2D-CB2C9A183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이름 </a:t>
            </a:r>
            <a:r>
              <a:rPr lang="en-US" altLang="ko-KR" dirty="0"/>
              <a:t>: keyframes </a:t>
            </a:r>
            <a:r>
              <a:rPr lang="ko-KR" altLang="en-US" dirty="0"/>
              <a:t>로 지정한 애니메이션 이름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지속시간</a:t>
            </a:r>
            <a:r>
              <a:rPr lang="en-US" altLang="ko-KR" dirty="0"/>
              <a:t> : </a:t>
            </a:r>
            <a:r>
              <a:rPr lang="ko-KR" altLang="en-US" dirty="0"/>
              <a:t>애니메이션 지속 시간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진행형태 </a:t>
            </a:r>
            <a:r>
              <a:rPr lang="en-US" altLang="ko-KR" dirty="0"/>
              <a:t>: </a:t>
            </a:r>
            <a:r>
              <a:rPr lang="ko-KR" altLang="en-US" dirty="0"/>
              <a:t>애니메이션이 진행되는 형태</a:t>
            </a:r>
            <a:r>
              <a:rPr lang="en-US" altLang="ko-KR" dirty="0"/>
              <a:t>(</a:t>
            </a:r>
            <a:r>
              <a:rPr lang="ko-KR" altLang="en-US" dirty="0"/>
              <a:t>시간 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ease / linear </a:t>
            </a:r>
            <a:r>
              <a:rPr lang="ko-KR" altLang="en-US" dirty="0"/>
              <a:t>등등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반복횟수 </a:t>
            </a:r>
            <a:r>
              <a:rPr lang="en-US" altLang="ko-KR" dirty="0"/>
              <a:t>: </a:t>
            </a:r>
            <a:r>
              <a:rPr lang="ko-KR" altLang="en-US" dirty="0"/>
              <a:t>반복되는 횟수를 지정</a:t>
            </a:r>
            <a:r>
              <a:rPr lang="en-US" altLang="ko-KR" dirty="0"/>
              <a:t>, </a:t>
            </a:r>
            <a:r>
              <a:rPr lang="ko-KR" altLang="en-US" dirty="0"/>
              <a:t>소수점 가능</a:t>
            </a:r>
            <a:r>
              <a:rPr lang="en-US" altLang="ko-KR" dirty="0"/>
              <a:t>, infinite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72D8F0-548E-0B0A-DD3A-5FBD6A2B4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6EC173"/>
                </a:solidFill>
              </a:rPr>
              <a:t>Animation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29172501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6EC173"/>
                </a:solidFill>
              </a:rPr>
              <a:t>Animation </a:t>
            </a:r>
            <a:r>
              <a:rPr lang="ko-KR" altLang="en-US" dirty="0"/>
              <a:t>속성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549" y="1690688"/>
            <a:ext cx="4888820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animation-name (</a:t>
            </a:r>
            <a:r>
              <a:rPr lang="ko-KR" altLang="en-US" dirty="0">
                <a:latin typeface="+mn-ea"/>
              </a:rPr>
              <a:t>이름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animation-duration (</a:t>
            </a:r>
            <a:r>
              <a:rPr lang="ko-KR" altLang="en-US" dirty="0">
                <a:latin typeface="+mn-ea"/>
              </a:rPr>
              <a:t>지속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animation-delay (</a:t>
            </a:r>
            <a:r>
              <a:rPr lang="ko-KR" altLang="en-US" dirty="0">
                <a:latin typeface="+mn-ea"/>
              </a:rPr>
              <a:t>지연 시간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animation-iteration-count (</a:t>
            </a:r>
            <a:r>
              <a:rPr lang="ko-KR" altLang="en-US" dirty="0">
                <a:latin typeface="+mn-ea"/>
              </a:rPr>
              <a:t>반복 횟수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animation-timing-function (</a:t>
            </a:r>
            <a:r>
              <a:rPr lang="ko-KR" altLang="en-US" dirty="0">
                <a:latin typeface="+mn-ea"/>
              </a:rPr>
              <a:t>반복 형태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animation-direction (</a:t>
            </a:r>
            <a:r>
              <a:rPr lang="ko-KR" altLang="en-US" dirty="0">
                <a:latin typeface="+mn-ea"/>
              </a:rPr>
              <a:t>애니메이션 방향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r="30174"/>
          <a:stretch/>
        </p:blipFill>
        <p:spPr>
          <a:xfrm>
            <a:off x="7092206" y="3028040"/>
            <a:ext cx="3212379" cy="1333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94587" y="4790901"/>
            <a:ext cx="956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단축 속성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>
                <a:solidFill>
                  <a:schemeClr val="accent5"/>
                </a:solidFill>
                <a:latin typeface="+mn-ea"/>
              </a:rPr>
              <a:t>name duration </a:t>
            </a:r>
            <a:r>
              <a:rPr lang="en-US" altLang="ko-KR" dirty="0">
                <a:latin typeface="+mn-ea"/>
              </a:rPr>
              <a:t>timing-function</a:t>
            </a:r>
            <a:r>
              <a:rPr lang="en-US" altLang="ko-KR" dirty="0">
                <a:solidFill>
                  <a:schemeClr val="accent5"/>
                </a:solidFill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delay </a:t>
            </a:r>
            <a:r>
              <a:rPr lang="en-US" altLang="ko-KR" dirty="0">
                <a:solidFill>
                  <a:schemeClr val="accent5"/>
                </a:solidFill>
                <a:latin typeface="+mn-ea"/>
              </a:rPr>
              <a:t>iteration-count</a:t>
            </a:r>
            <a:r>
              <a:rPr lang="en-US" altLang="ko-KR" dirty="0">
                <a:latin typeface="+mn-ea"/>
              </a:rPr>
              <a:t> direction</a:t>
            </a:r>
            <a:endParaRPr lang="ko-KR" altLang="en-US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540" y="5214968"/>
            <a:ext cx="7597906" cy="429511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5609493" y="3429000"/>
            <a:ext cx="1248891" cy="351692"/>
          </a:xfrm>
          <a:prstGeom prst="rightArrow">
            <a:avLst/>
          </a:prstGeom>
          <a:solidFill>
            <a:srgbClr val="6EC1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Kim jung chul Gothic Regular" panose="020B0503000000000000" pitchFamily="34" charset="-127"/>
              <a:ea typeface="Kim jung chul Gothic Regular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0243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A1630AAA-9B55-18D3-332D-AFBF264C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5ED8DA-072B-7FC5-E113-8C17B68B5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4C6097A-AC2A-AACF-3345-E85A4A06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 </a:t>
            </a:r>
            <a:r>
              <a:rPr lang="ko-KR" altLang="en-US" dirty="0"/>
              <a:t>복잡한 속성 </a:t>
            </a:r>
            <a:r>
              <a:rPr lang="en-US" altLang="ko-KR" dirty="0"/>
              <a:t>- animation</a:t>
            </a:r>
            <a:endParaRPr lang="ko-KR" altLang="en-US" dirty="0"/>
          </a:p>
        </p:txBody>
      </p:sp>
      <p:sp>
        <p:nvSpPr>
          <p:cNvPr id="6" name="내용 개체 틀 6">
            <a:extLst>
              <a:ext uri="{FF2B5EF4-FFF2-40B4-BE49-F238E27FC236}">
                <a16:creationId xmlns:a16="http://schemas.microsoft.com/office/drawing/2014/main" id="{86A9CA44-D60E-DE88-52D8-5E8743377533}"/>
              </a:ext>
            </a:extLst>
          </p:cNvPr>
          <p:cNvSpPr txBox="1">
            <a:spLocks/>
          </p:cNvSpPr>
          <p:nvPr/>
        </p:nvSpPr>
        <p:spPr>
          <a:xfrm>
            <a:off x="866274" y="1534110"/>
            <a:ext cx="5775158" cy="4219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dirty="0"/>
              <a:t>Animation-timing-function</a:t>
            </a:r>
          </a:p>
          <a:p>
            <a:pPr marL="0" indent="0">
              <a:lnSpc>
                <a:spcPct val="130000"/>
              </a:lnSpc>
              <a:buNone/>
            </a:pPr>
            <a:endParaRPr lang="en-US" altLang="ko-K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C4354F2-3D8A-0128-3312-3AD029D5BC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152" y="2407021"/>
            <a:ext cx="11465695" cy="323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503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251" y="1614224"/>
            <a:ext cx="6274125" cy="378694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/>
              <a:t>키프레임을 사용하세요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/>
              <a:t>왼쪽 상단에서 시작하여 시계 방향으로 사각형을 그리는 애니메이션을 완성하세요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3. </a:t>
            </a:r>
            <a:r>
              <a:rPr lang="ko-KR" altLang="en-US" dirty="0"/>
              <a:t>애니메이션 대상은 원입니다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4. </a:t>
            </a:r>
            <a:r>
              <a:rPr lang="ko-KR" altLang="en-US" dirty="0"/>
              <a:t>애니메이션은 </a:t>
            </a:r>
            <a:r>
              <a:rPr lang="en-US" altLang="ko-KR" dirty="0"/>
              <a:t>3</a:t>
            </a:r>
            <a:r>
              <a:rPr lang="ko-KR" altLang="en-US" dirty="0"/>
              <a:t>초 동안 지속됩니다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5. </a:t>
            </a:r>
            <a:r>
              <a:rPr lang="ko-KR" altLang="en-US" dirty="0"/>
              <a:t>애니메이션은 </a:t>
            </a:r>
            <a:r>
              <a:rPr lang="en-US" altLang="ko-KR" dirty="0"/>
              <a:t>6</a:t>
            </a:r>
            <a:r>
              <a:rPr lang="ko-KR" altLang="en-US" dirty="0"/>
              <a:t>번 반복됩니다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원 움직이기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5E712C-996F-C78C-AAEF-7A8ED1EBE4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022" b="60967"/>
          <a:stretch/>
        </p:blipFill>
        <p:spPr bwMode="auto">
          <a:xfrm>
            <a:off x="6944140" y="1168167"/>
            <a:ext cx="4320207" cy="452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431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645603"/>
            <a:ext cx="10713720" cy="378694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hlinkClick r:id="rId3"/>
              </a:rPr>
              <a:t>https://d2iwdqgro8i2ew.cloudfront.net/lesson/script/53006-1.html</a:t>
            </a:r>
            <a:r>
              <a:rPr lang="en-US" altLang="ko-KR" sz="2400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위 링크를 클릭해 실행되는 파일처럼 동작하도록 만들어주세요</a:t>
            </a:r>
            <a:r>
              <a:rPr lang="en-US" altLang="ko-KR" dirty="0"/>
              <a:t>.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2024-05-24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</a:t>
            </a:r>
            <a:r>
              <a:rPr lang="ko-KR" altLang="en-US" dirty="0"/>
              <a:t>글씨 애니메이션</a:t>
            </a:r>
          </a:p>
        </p:txBody>
      </p:sp>
    </p:spTree>
    <p:extLst>
      <p:ext uri="{BB962C8B-B14F-4D97-AF65-F5344CB8AC3E}">
        <p14:creationId xmlns:p14="http://schemas.microsoft.com/office/powerpoint/2010/main" val="181104270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GOV">
      <a:majorFont>
        <a:latin typeface="PretendardGOV"/>
        <a:ea typeface="PretendardGOV"/>
        <a:cs typeface=""/>
      </a:majorFont>
      <a:minorFont>
        <a:latin typeface="PretendardGOV"/>
        <a:ea typeface="Pretendard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859</Words>
  <Application>Microsoft Office PowerPoint</Application>
  <PresentationFormat>와이드스크린</PresentationFormat>
  <Paragraphs>249</Paragraphs>
  <Slides>29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Kim jung chul Gothic Regular</vt:lpstr>
      <vt:lpstr>PretendardGOV</vt:lpstr>
      <vt:lpstr>Söhne</vt:lpstr>
      <vt:lpstr>맑은 고딕</vt:lpstr>
      <vt:lpstr>Arial</vt:lpstr>
      <vt:lpstr>Consolas</vt:lpstr>
      <vt:lpstr>Wingdings</vt:lpstr>
      <vt:lpstr>3_Office 테마</vt:lpstr>
      <vt:lpstr>웹 개발자 부트캠프 과정</vt:lpstr>
      <vt:lpstr>CSS 복잡한 속성</vt:lpstr>
      <vt:lpstr>position</vt:lpstr>
      <vt:lpstr>CSS 복잡한 속성 - position</vt:lpstr>
      <vt:lpstr>CSS 복잡한 속성 - position</vt:lpstr>
      <vt:lpstr>실습. 애벌레 만들기</vt:lpstr>
      <vt:lpstr>transform</vt:lpstr>
      <vt:lpstr>CSS 복잡한 속성 - transform</vt:lpstr>
      <vt:lpstr>CSS 복잡한 속성 - transform</vt:lpstr>
      <vt:lpstr>CSS 복잡한 속성 - transform</vt:lpstr>
      <vt:lpstr>CSS 복잡한 속성 - transform</vt:lpstr>
      <vt:lpstr>transition</vt:lpstr>
      <vt:lpstr>PowerPoint 프레젠테이션</vt:lpstr>
      <vt:lpstr>실습.  transition</vt:lpstr>
      <vt:lpstr>실습. 사진 쌓기</vt:lpstr>
      <vt:lpstr>실습. Transform 실습</vt:lpstr>
      <vt:lpstr>display</vt:lpstr>
      <vt:lpstr>CSS 복잡한 속성 - display</vt:lpstr>
      <vt:lpstr>요소를 숨기는  3가지 속성</vt:lpstr>
      <vt:lpstr>PowerPoint 프레젠테이션</vt:lpstr>
      <vt:lpstr>실습. 다양한 헤더 만들기 (with. flex)</vt:lpstr>
      <vt:lpstr>animation</vt:lpstr>
      <vt:lpstr>CSS 복잡한 속성 - animation</vt:lpstr>
      <vt:lpstr>@keyframes</vt:lpstr>
      <vt:lpstr>Animation 속성</vt:lpstr>
      <vt:lpstr>Animation 속성</vt:lpstr>
      <vt:lpstr>CSS 복잡한 속성 - animation</vt:lpstr>
      <vt:lpstr>실습. 원 움직이기</vt:lpstr>
      <vt:lpstr>실습. 글씨 애니메이션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복잡한 속성</dc:title>
  <dc:creator>On Coding</dc:creator>
  <cp:lastModifiedBy>jae hyeon</cp:lastModifiedBy>
  <cp:revision>14</cp:revision>
  <dcterms:created xsi:type="dcterms:W3CDTF">2024-05-17T01:51:38Z</dcterms:created>
  <dcterms:modified xsi:type="dcterms:W3CDTF">2024-05-23T18:37:49Z</dcterms:modified>
</cp:coreProperties>
</file>