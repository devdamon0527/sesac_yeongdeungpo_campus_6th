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28"/>
  </p:notesMasterIdLst>
  <p:sldIdLst>
    <p:sldId id="675" r:id="rId2"/>
    <p:sldId id="342" r:id="rId3"/>
    <p:sldId id="689" r:id="rId4"/>
    <p:sldId id="312" r:id="rId5"/>
    <p:sldId id="339" r:id="rId6"/>
    <p:sldId id="315" r:id="rId7"/>
    <p:sldId id="690" r:id="rId8"/>
    <p:sldId id="688" r:id="rId9"/>
    <p:sldId id="322" r:id="rId10"/>
    <p:sldId id="324" r:id="rId11"/>
    <p:sldId id="323" r:id="rId12"/>
    <p:sldId id="691" r:id="rId13"/>
    <p:sldId id="692" r:id="rId14"/>
    <p:sldId id="373" r:id="rId15"/>
    <p:sldId id="316" r:id="rId16"/>
    <p:sldId id="687" r:id="rId17"/>
    <p:sldId id="693" r:id="rId18"/>
    <p:sldId id="314" r:id="rId19"/>
    <p:sldId id="398" r:id="rId20"/>
    <p:sldId id="317" r:id="rId21"/>
    <p:sldId id="374" r:id="rId22"/>
    <p:sldId id="375" r:id="rId23"/>
    <p:sldId id="376" r:id="rId24"/>
    <p:sldId id="330" r:id="rId25"/>
    <p:sldId id="318" r:id="rId26"/>
    <p:sldId id="319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9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7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524019-D21D-4F04-AF43-2AEEE922364E}" type="datetimeFigureOut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70C596-B40F-4F83-8FE4-5CF99F6F67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192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7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index6.html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position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Index7.html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z-index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Index8.html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overflow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334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662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03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405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567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2379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transition-property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효과를 줄 속성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transform).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transition-duration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완료되는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1s).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transition-timing-function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속도의 변화를 정의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ease). –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느렸다가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빨라지게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빨라졌다 느려지게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transition-delay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시작되기 전의 지연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0s).</a:t>
            </a:r>
          </a:p>
          <a:p>
            <a:pPr algn="l">
              <a:buFont typeface="+mj-lt"/>
              <a:buAutoNum type="arabicPeriod"/>
            </a:pP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https://developer.mozilla.org/en-US/docs/Web/CSS/transition-timing-function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638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466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1184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풀이 있음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196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99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grid</a:t>
            </a:r>
            <a:r>
              <a:rPr lang="ko-KR" altLang="en-US" dirty="0"/>
              <a:t> 는 지금 배우기에 너무 어지러우니 나중에 다시 만나요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3774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요거는 수업 끝나고 만들어 볼 것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윤곽이 잡혀있는 </a:t>
            </a:r>
            <a:r>
              <a:rPr lang="en-US" altLang="ko-KR" dirty="0"/>
              <a:t>html</a:t>
            </a:r>
            <a:r>
              <a:rPr lang="ko-KR" altLang="en-US" dirty="0"/>
              <a:t>파일과  </a:t>
            </a:r>
            <a:r>
              <a:rPr lang="en-US" altLang="ko-KR" dirty="0" err="1"/>
              <a:t>css</a:t>
            </a:r>
            <a:r>
              <a:rPr lang="ko-KR" altLang="en-US" dirty="0"/>
              <a:t>파일을 드릴 것이니 미리 풀지 말라</a:t>
            </a:r>
            <a:r>
              <a:rPr lang="en-US" altLang="ko-KR" dirty="0"/>
              <a:t>~~~~~~</a:t>
            </a:r>
          </a:p>
          <a:p>
            <a:endParaRPr lang="en-US" altLang="ko-KR" dirty="0"/>
          </a:p>
          <a:p>
            <a:r>
              <a:rPr lang="ko-KR" altLang="en-US" dirty="0"/>
              <a:t>수업준비</a:t>
            </a:r>
            <a:r>
              <a:rPr lang="en-US" altLang="ko-KR" dirty="0"/>
              <a:t>/230705/practice/header.html </a:t>
            </a:r>
            <a:r>
              <a:rPr lang="ko-KR" altLang="en-US" dirty="0"/>
              <a:t>과 </a:t>
            </a:r>
            <a:r>
              <a:rPr lang="en-US" altLang="ko-KR" dirty="0"/>
              <a:t>header.css </a:t>
            </a:r>
            <a:r>
              <a:rPr lang="ko-KR" altLang="en-US" dirty="0"/>
              <a:t>전달하기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5743F5-9E7E-4395-8C78-F5A3CC3D6840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9127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41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우리가 만들어주는 이름</a:t>
            </a:r>
            <a:endParaRPr lang="en-US" altLang="ko-KR" dirty="0"/>
          </a:p>
          <a:p>
            <a:r>
              <a:rPr lang="ko-KR" altLang="en-US" dirty="0"/>
              <a:t>지속시간 </a:t>
            </a:r>
            <a:r>
              <a:rPr lang="en-US" altLang="ko-KR" dirty="0"/>
              <a:t>~s</a:t>
            </a:r>
            <a:r>
              <a:rPr lang="en-US" altLang="ko-KR" baseline="0" dirty="0"/>
              <a:t> </a:t>
            </a:r>
            <a:r>
              <a:rPr lang="ko-KR" altLang="en-US" baseline="0" dirty="0"/>
              <a:t>의 몇 초 형태</a:t>
            </a:r>
            <a:endParaRPr lang="en-US" altLang="ko-KR" baseline="0" dirty="0"/>
          </a:p>
          <a:p>
            <a:r>
              <a:rPr lang="ko-KR" altLang="en-US" baseline="0" dirty="0"/>
              <a:t>진행 형태 </a:t>
            </a:r>
            <a:r>
              <a:rPr lang="en-US" altLang="ko-KR" baseline="0" dirty="0"/>
              <a:t>: </a:t>
            </a:r>
            <a:r>
              <a:rPr lang="ko-KR" altLang="en-US" baseline="0" dirty="0"/>
              <a:t>시간 함수</a:t>
            </a:r>
            <a:r>
              <a:rPr lang="en-US" altLang="ko-KR" baseline="0" dirty="0"/>
              <a:t>, transition </a:t>
            </a:r>
            <a:r>
              <a:rPr lang="ko-KR" altLang="en-US" baseline="0" dirty="0"/>
              <a:t>의 </a:t>
            </a:r>
            <a:r>
              <a:rPr lang="en-US" altLang="ko-KR" baseline="0" dirty="0"/>
              <a:t>timing-function</a:t>
            </a:r>
            <a:r>
              <a:rPr lang="ko-KR" altLang="en-US" baseline="0" dirty="0"/>
              <a:t>과 동일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animatio</a:t>
            </a:r>
            <a:r>
              <a:rPr lang="ko-KR" altLang="en-US" baseline="0" dirty="0"/>
              <a:t>의 길이는 </a:t>
            </a:r>
            <a:r>
              <a:rPr lang="en-US" altLang="ko-KR" baseline="0" dirty="0" err="1"/>
              <a:t>transitio</a:t>
            </a:r>
            <a:r>
              <a:rPr lang="ko-KR" altLang="en-US" baseline="0" dirty="0"/>
              <a:t>과 다르게 지속 시간이 긴 경우가 많기 때문에 움직임이 </a:t>
            </a:r>
            <a:r>
              <a:rPr lang="en-US" altLang="ko-KR" baseline="0" dirty="0"/>
              <a:t>timing </a:t>
            </a:r>
            <a:r>
              <a:rPr lang="en-US" altLang="ko-KR" baseline="0" dirty="0" err="1"/>
              <a:t>functio</a:t>
            </a:r>
            <a:r>
              <a:rPr lang="ko-KR" altLang="en-US" baseline="0" dirty="0"/>
              <a:t>에 따라서 바뀐다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animaitio</a:t>
            </a:r>
            <a:r>
              <a:rPr lang="ko-KR" altLang="en-US" baseline="0" dirty="0"/>
              <a:t>에서의 </a:t>
            </a:r>
            <a:r>
              <a:rPr lang="en-US" altLang="ko-KR" baseline="0" dirty="0"/>
              <a:t>ease linear </a:t>
            </a:r>
            <a:r>
              <a:rPr lang="ko-KR" altLang="en-US" baseline="0" dirty="0"/>
              <a:t>등의 시간 함수는 꽤 중요한 역할을 함</a:t>
            </a:r>
            <a:endParaRPr lang="en-US" altLang="ko-KR" baseline="0" dirty="0"/>
          </a:p>
          <a:p>
            <a:r>
              <a:rPr lang="ko-KR" altLang="en-US" dirty="0" err="1"/>
              <a:t>반복횟수</a:t>
            </a:r>
            <a:r>
              <a:rPr lang="ko-KR" altLang="en-US" dirty="0"/>
              <a:t> </a:t>
            </a:r>
            <a:r>
              <a:rPr lang="en-US" altLang="ko-KR" dirty="0"/>
              <a:t>(iteration-count)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80179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파란글씨</a:t>
            </a:r>
            <a:r>
              <a:rPr lang="ko-KR" altLang="en-US" dirty="0"/>
              <a:t> 필수 속성 </a:t>
            </a:r>
            <a:endParaRPr lang="en-US" altLang="ko-KR" dirty="0"/>
          </a:p>
          <a:p>
            <a:r>
              <a:rPr lang="ko-KR" altLang="en-US" dirty="0"/>
              <a:t>까만 글씨 생략 가능 </a:t>
            </a:r>
            <a:endParaRPr lang="en-US" altLang="ko-KR" dirty="0"/>
          </a:p>
          <a:p>
            <a:r>
              <a:rPr lang="en-US" altLang="ko-KR" dirty="0"/>
              <a:t>Timing-</a:t>
            </a:r>
            <a:r>
              <a:rPr lang="en-US" altLang="ko-KR" dirty="0" err="1"/>
              <a:t>funciton</a:t>
            </a:r>
            <a:r>
              <a:rPr lang="ko-KR" altLang="en-US" dirty="0"/>
              <a:t>은 보통 써주지만 </a:t>
            </a:r>
            <a:r>
              <a:rPr lang="en-US" altLang="ko-KR" dirty="0"/>
              <a:t>delay</a:t>
            </a:r>
            <a:r>
              <a:rPr lang="ko-KR" altLang="en-US" dirty="0"/>
              <a:t>랑 </a:t>
            </a:r>
            <a:r>
              <a:rPr lang="en-US" altLang="ko-KR" dirty="0"/>
              <a:t>direction</a:t>
            </a:r>
            <a:r>
              <a:rPr lang="ko-KR" altLang="en-US" dirty="0"/>
              <a:t>은 안써주는 경우가 </a:t>
            </a:r>
            <a:r>
              <a:rPr lang="ko-KR" altLang="en-US" dirty="0" err="1"/>
              <a:t>만타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54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index10.html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index10.css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=============================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다음 페이지 </a:t>
            </a:r>
            <a:r>
              <a:rPr lang="en-US" altLang="ko-KR" b="1" dirty="0"/>
              <a:t>&gt; </a:t>
            </a:r>
            <a:r>
              <a:rPr lang="ko-KR" altLang="en-US" b="1" dirty="0"/>
              <a:t>실습 </a:t>
            </a:r>
            <a:r>
              <a:rPr lang="en-US" altLang="ko-KR" b="1" dirty="0"/>
              <a:t>10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practice10.html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practice10.css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=============================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다음 페이지 </a:t>
            </a:r>
            <a:r>
              <a:rPr lang="en-US" altLang="ko-KR" b="1" dirty="0"/>
              <a:t>&gt; </a:t>
            </a:r>
            <a:r>
              <a:rPr lang="ko-KR" altLang="en-US" b="1" dirty="0"/>
              <a:t>실습 </a:t>
            </a:r>
            <a:r>
              <a:rPr lang="en-US" altLang="ko-KR" b="1" dirty="0"/>
              <a:t>11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practice11.html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</a:t>
            </a:r>
            <a:r>
              <a:rPr lang="en-US" altLang="ko-KR"/>
              <a:t>/</a:t>
            </a:r>
            <a:r>
              <a:rPr lang="en-US" altLang="ko-KR" b="1"/>
              <a:t>practice11.</a:t>
            </a:r>
            <a:r>
              <a:rPr lang="en-US" altLang="ko-KR" b="1" dirty="0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107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"As I relax on the sofa and gaze around a room a thought hits me: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this is exactly the place I've been looking for all my life.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A little hideaway in some sinkhole somewhere.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I'd always thought of it as a secret, imaginary place, and can barely believe that it actually exists.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I close my eyes and take a breath, and wonder of it all settles over me like a gentle cloud."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/>
              <a:t>&lt;p&gt;</a:t>
            </a:r>
            <a:r>
              <a:rPr lang="ko-KR" altLang="en-US" dirty="0"/>
              <a:t>태그 내용 전달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3015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1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177687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1305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21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431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85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40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95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11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57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131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18135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549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60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2iwdqgro8i2ew.cloudfront.net/lesson/script/53006-1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CSS </a:t>
            </a:r>
            <a:r>
              <a:rPr lang="ko-KR" altLang="en-US" sz="8000" dirty="0"/>
              <a:t>복잡한 속성</a:t>
            </a:r>
          </a:p>
        </p:txBody>
      </p:sp>
    </p:spTree>
    <p:extLst>
      <p:ext uri="{BB962C8B-B14F-4D97-AF65-F5344CB8AC3E}">
        <p14:creationId xmlns:p14="http://schemas.microsoft.com/office/powerpoint/2010/main" val="2290481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position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696798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7654206-EECB-4A13-81A8-6C5D73A49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0292"/>
            <a:ext cx="10515600" cy="4351338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static : </a:t>
            </a:r>
            <a:r>
              <a:rPr lang="ko-KR" altLang="en-US" sz="3200" dirty="0"/>
              <a:t>정적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relative : </a:t>
            </a:r>
            <a:r>
              <a:rPr lang="ko-KR" altLang="en-US" sz="3200" dirty="0"/>
              <a:t>상대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absolute : </a:t>
            </a:r>
            <a:r>
              <a:rPr lang="ko-KR" altLang="en-US" sz="3200" dirty="0"/>
              <a:t>절대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fixed : </a:t>
            </a:r>
            <a:r>
              <a:rPr lang="ko-KR" altLang="en-US" sz="3200" dirty="0"/>
              <a:t>고정 위치 지정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047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BE774DD-197D-1358-70BB-D8083937B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124"/>
          <a:stretch/>
        </p:blipFill>
        <p:spPr>
          <a:xfrm>
            <a:off x="262111" y="1687846"/>
            <a:ext cx="11667777" cy="37569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66E32-AFEE-FA0A-86E5-672CF3F8B2E8}"/>
              </a:ext>
            </a:extLst>
          </p:cNvPr>
          <p:cNvSpPr txBox="1"/>
          <p:nvPr/>
        </p:nvSpPr>
        <p:spPr>
          <a:xfrm>
            <a:off x="7576151" y="4563466"/>
            <a:ext cx="3982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잊지 말자</a:t>
            </a:r>
            <a:r>
              <a:rPr lang="en-US" altLang="ko-KR" sz="2400" dirty="0">
                <a:solidFill>
                  <a:schemeClr val="accent1"/>
                </a:solidFill>
              </a:rPr>
              <a:t>!) position</a:t>
            </a:r>
            <a:r>
              <a:rPr lang="ko-KR" altLang="en-US" sz="2400" dirty="0">
                <a:solidFill>
                  <a:schemeClr val="accent1"/>
                </a:solidFill>
              </a:rPr>
              <a:t> 속성이 정의되어 있어야 사용 가능</a:t>
            </a:r>
            <a:r>
              <a:rPr lang="en-US" altLang="ko-KR" sz="2400" dirty="0">
                <a:solidFill>
                  <a:schemeClr val="accent1"/>
                </a:solidFill>
              </a:rPr>
              <a:t>!</a:t>
            </a:r>
            <a:endParaRPr lang="ko-KR" altLang="en-US" sz="2400" dirty="0">
              <a:solidFill>
                <a:schemeClr val="accent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3AA1E90-982B-CDBC-CB90-CE977273B8C1}"/>
              </a:ext>
            </a:extLst>
          </p:cNvPr>
          <p:cNvSpPr/>
          <p:nvPr/>
        </p:nvSpPr>
        <p:spPr>
          <a:xfrm>
            <a:off x="633047" y="3088982"/>
            <a:ext cx="1500554" cy="234408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3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ko-KR" altLang="en-US" dirty="0"/>
              <a:t>다양한 </a:t>
            </a:r>
            <a:r>
              <a:rPr lang="en-US" altLang="ko-KR" dirty="0"/>
              <a:t>position </a:t>
            </a:r>
            <a:r>
              <a:rPr lang="ko-KR" altLang="en-US" dirty="0"/>
              <a:t>속성을 이용해 애벌레 만들기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애벌레 만들기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57C8AF9-7159-A8A3-8025-2FA5009BE8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81" t="25847" r="23279" b="21953"/>
          <a:stretch/>
        </p:blipFill>
        <p:spPr bwMode="auto">
          <a:xfrm>
            <a:off x="794355" y="2301501"/>
            <a:ext cx="5725795" cy="3922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57CA7A7A-0F6F-2872-5EE5-BCE435232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0928" y="2725114"/>
            <a:ext cx="5225912" cy="2966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9BD111C2-A304-C6DE-223B-24FB5067FA7F}"/>
              </a:ext>
            </a:extLst>
          </p:cNvPr>
          <p:cNvSpPr/>
          <p:nvPr/>
        </p:nvSpPr>
        <p:spPr>
          <a:xfrm>
            <a:off x="445938" y="2540040"/>
            <a:ext cx="649356" cy="648000"/>
          </a:xfrm>
          <a:prstGeom prst="ellipse">
            <a:avLst/>
          </a:prstGeom>
          <a:solidFill>
            <a:schemeClr val="accent1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/>
              <a:t>1</a:t>
            </a:r>
            <a:endParaRPr lang="ko-KR" altLang="en-US" sz="3200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901BDFB-F109-F541-D80A-87DACC4FE43A}"/>
              </a:ext>
            </a:extLst>
          </p:cNvPr>
          <p:cNvSpPr/>
          <p:nvPr/>
        </p:nvSpPr>
        <p:spPr>
          <a:xfrm>
            <a:off x="5892729" y="2530709"/>
            <a:ext cx="649356" cy="648000"/>
          </a:xfrm>
          <a:prstGeom prst="ellipse">
            <a:avLst/>
          </a:prstGeom>
          <a:solidFill>
            <a:schemeClr val="accent1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/>
              <a:t>2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transform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336738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947" y="2200120"/>
            <a:ext cx="6344478" cy="3644686"/>
          </a:xfrm>
        </p:spPr>
        <p:txBody>
          <a:bodyPr/>
          <a:lstStyle/>
          <a:p>
            <a:r>
              <a:rPr lang="en-US" altLang="ko-KR" b="1" dirty="0"/>
              <a:t>skew</a:t>
            </a:r>
            <a:r>
              <a:rPr lang="en-US" altLang="ko-KR" dirty="0"/>
              <a:t> : </a:t>
            </a:r>
            <a:r>
              <a:rPr lang="ko-KR" altLang="en-US" dirty="0"/>
              <a:t>기울기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scale</a:t>
            </a:r>
            <a:r>
              <a:rPr lang="en-US" altLang="ko-KR" dirty="0"/>
              <a:t> : </a:t>
            </a:r>
            <a:r>
              <a:rPr lang="ko-KR" altLang="en-US" dirty="0"/>
              <a:t>확대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rotate</a:t>
            </a:r>
            <a:r>
              <a:rPr lang="en-US" altLang="ko-KR" dirty="0"/>
              <a:t> : </a:t>
            </a:r>
            <a:r>
              <a:rPr lang="ko-KR" altLang="en-US" dirty="0"/>
              <a:t>회전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translate</a:t>
            </a:r>
            <a:r>
              <a:rPr lang="en-US" altLang="ko-KR" dirty="0"/>
              <a:t> : </a:t>
            </a:r>
            <a:r>
              <a:rPr lang="ko-KR" altLang="en-US" dirty="0"/>
              <a:t>이동</a:t>
            </a:r>
          </a:p>
        </p:txBody>
      </p:sp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1175A-699D-3F6A-9D29-A3C0D8BFFAA6}"/>
              </a:ext>
            </a:extLst>
          </p:cNvPr>
          <p:cNvSpPr txBox="1"/>
          <p:nvPr/>
        </p:nvSpPr>
        <p:spPr>
          <a:xfrm>
            <a:off x="484909" y="1325563"/>
            <a:ext cx="112221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0" i="0" dirty="0">
                <a:effectLst/>
              </a:rPr>
              <a:t>요소에 이동</a:t>
            </a:r>
            <a:r>
              <a:rPr lang="en-US" altLang="ko-KR" sz="2400" b="0" i="0" dirty="0">
                <a:effectLst/>
              </a:rPr>
              <a:t>(translate), </a:t>
            </a:r>
            <a:r>
              <a:rPr lang="ko-KR" altLang="en-US" sz="2400" b="0" i="0" dirty="0">
                <a:effectLst/>
              </a:rPr>
              <a:t>회전</a:t>
            </a:r>
            <a:r>
              <a:rPr lang="en-US" altLang="ko-KR" sz="2400" b="0" i="0" dirty="0">
                <a:effectLst/>
              </a:rPr>
              <a:t>(rotate), </a:t>
            </a:r>
            <a:r>
              <a:rPr lang="ko-KR" altLang="en-US" sz="2400" b="0" i="0" dirty="0">
                <a:effectLst/>
              </a:rPr>
              <a:t>확대축소</a:t>
            </a:r>
            <a:r>
              <a:rPr lang="en-US" altLang="ko-KR" sz="2400" b="0" i="0" dirty="0">
                <a:effectLst/>
              </a:rPr>
              <a:t>(scale), </a:t>
            </a:r>
            <a:r>
              <a:rPr lang="ko-KR" altLang="en-US" sz="2400" b="0" i="0" dirty="0">
                <a:effectLst/>
              </a:rPr>
              <a:t>비틀기</a:t>
            </a:r>
            <a:r>
              <a:rPr lang="en-US" altLang="ko-KR" sz="2400" b="0" i="0" dirty="0">
                <a:effectLst/>
              </a:rPr>
              <a:t>(skew) </a:t>
            </a:r>
            <a:r>
              <a:rPr lang="ko-KR" altLang="en-US" sz="2400" b="0" i="0" dirty="0">
                <a:effectLst/>
              </a:rPr>
              <a:t>효과를 부여하기 위한 함수를 제공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52419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A2773C-C95C-C839-F80C-240482F6D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064E1-7F13-44DE-8021-CDAF6015FD20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C8E9-1013-83FC-78A7-FAC88BA2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EC54C0C-A81C-EA63-CA0A-E67C1DF7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28815-C171-2CEF-7C76-A8138A5CDC06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skew : </a:t>
            </a:r>
            <a:r>
              <a:rPr lang="ko-KR" altLang="en-US" sz="2400" dirty="0"/>
              <a:t>기울기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0174F42-5A06-BBCB-2633-071872223B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366"/>
          <a:stretch/>
        </p:blipFill>
        <p:spPr>
          <a:xfrm>
            <a:off x="556185" y="1915517"/>
            <a:ext cx="11079630" cy="40124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F341D5-9ECF-0D34-E40E-D274ACAD45C7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594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28005D-C3B3-0345-8E72-EAC850CC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730F9-1B38-77DA-37B0-877B8EE8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88C3C44-5967-85DC-3ED4-2830FAE3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B1B55B-F1C6-0A10-1027-CFD8B7D83D79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rotate : </a:t>
            </a:r>
            <a:r>
              <a:rPr lang="ko-KR" altLang="en-US" sz="2400" dirty="0"/>
              <a:t>회전</a:t>
            </a:r>
            <a:endParaRPr lang="en-US" altLang="ko-KR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3F812-1055-34ED-1764-51CA5AAD8D34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27D8A1-0953-615B-45A2-D16B65AE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6" y="1179517"/>
            <a:ext cx="7619074" cy="471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96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FDE02C-EB9C-E208-3F25-DE54396F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43398-BC25-1AF2-28F5-643094CF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572E856-2744-3177-F4D6-C34F5D5B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88189-E2ED-D019-EADD-698D2508E453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translate : </a:t>
            </a:r>
            <a:r>
              <a:rPr lang="ko-KR" altLang="en-US" sz="2400" dirty="0"/>
              <a:t>이동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C3B172-F768-440D-2494-7D35FCF070A5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77FC036-3A8B-5347-561B-CE6984C0B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100" y="1439069"/>
            <a:ext cx="7392118" cy="45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262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34469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267FBA-00D8-6DD1-2E1C-9E61B981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7A50C0E-9399-A65E-FEBD-B5B85EE38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FEE57-9A6F-2DB7-23D2-E8F9F0230FEE}"/>
              </a:ext>
            </a:extLst>
          </p:cNvPr>
          <p:cNvSpPr txBox="1"/>
          <p:nvPr/>
        </p:nvSpPr>
        <p:spPr>
          <a:xfrm>
            <a:off x="565868" y="2529118"/>
            <a:ext cx="11060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transition: </a:t>
            </a:r>
            <a:r>
              <a:rPr lang="ko-KR" altLang="en-US" sz="4000" b="1" dirty="0" err="1"/>
              <a:t>속성명</a:t>
            </a:r>
            <a:r>
              <a:rPr lang="ko-KR" altLang="en-US" sz="4000" b="1" dirty="0"/>
              <a:t> </a:t>
            </a:r>
            <a:r>
              <a:rPr lang="ko-KR" altLang="en-US" sz="4000" b="1" dirty="0">
                <a:solidFill>
                  <a:srgbClr val="6EC17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지속시간</a:t>
            </a:r>
            <a:r>
              <a:rPr lang="ko-KR" altLang="en-US" sz="4000" b="1" dirty="0"/>
              <a:t> 타이밍함수 대기시간</a:t>
            </a:r>
            <a:r>
              <a:rPr lang="en-US" altLang="ko-KR" sz="4000" b="1" dirty="0"/>
              <a:t>;</a:t>
            </a:r>
            <a:endParaRPr lang="ko-KR" altLang="en-US" sz="40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E6C8806-6AB3-2AA9-637C-A83D9C5FAA86}"/>
              </a:ext>
            </a:extLst>
          </p:cNvPr>
          <p:cNvSpPr/>
          <p:nvPr/>
        </p:nvSpPr>
        <p:spPr>
          <a:xfrm>
            <a:off x="45276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Transition-property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1B4BBC0-FE6F-6D6D-D138-1073137A7513}"/>
              </a:ext>
            </a:extLst>
          </p:cNvPr>
          <p:cNvSpPr/>
          <p:nvPr/>
        </p:nvSpPr>
        <p:spPr>
          <a:xfrm>
            <a:off x="3186023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FF0000"/>
                </a:solidFill>
              </a:rPr>
              <a:t>Transition-duration</a:t>
            </a:r>
            <a:endParaRPr lang="ko-KR" altLang="en-US" sz="2000" b="1" dirty="0">
              <a:solidFill>
                <a:srgbClr val="FF0000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67931E-0EF2-108A-0A64-59FCC357EECC}"/>
              </a:ext>
            </a:extLst>
          </p:cNvPr>
          <p:cNvSpPr/>
          <p:nvPr/>
        </p:nvSpPr>
        <p:spPr>
          <a:xfrm>
            <a:off x="5880257" y="4278110"/>
            <a:ext cx="3200132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Transition-timing-function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C91530-3247-6294-C16C-07AAF1D6C3B2}"/>
              </a:ext>
            </a:extLst>
          </p:cNvPr>
          <p:cNvSpPr/>
          <p:nvPr/>
        </p:nvSpPr>
        <p:spPr>
          <a:xfrm>
            <a:off x="943442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Transition-delay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CD09ECC4-B809-0866-B735-12121F83A724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6379218" y="669858"/>
            <a:ext cx="1576042" cy="2142478"/>
          </a:xfrm>
          <a:prstGeom prst="curvedConnector2">
            <a:avLst/>
          </a:prstGeom>
          <a:ln w="571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A9AC2D0-E69B-992A-B11E-B6E86C75764E}"/>
              </a:ext>
            </a:extLst>
          </p:cNvPr>
          <p:cNvSpPr txBox="1"/>
          <p:nvPr/>
        </p:nvSpPr>
        <p:spPr>
          <a:xfrm>
            <a:off x="8692525" y="580600"/>
            <a:ext cx="25301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단축형 작성 시</a:t>
            </a:r>
            <a:r>
              <a:rPr lang="en-US" altLang="ko-KR" sz="2400" b="1" dirty="0"/>
              <a:t>, </a:t>
            </a:r>
          </a:p>
          <a:p>
            <a:r>
              <a:rPr lang="ko-KR" altLang="en-US" sz="2400" b="1" dirty="0">
                <a:solidFill>
                  <a:srgbClr val="FF0000"/>
                </a:solidFill>
              </a:rPr>
              <a:t>필수</a:t>
            </a:r>
            <a:r>
              <a:rPr lang="en-US" altLang="ko-KR" sz="2400" b="1" dirty="0">
                <a:solidFill>
                  <a:srgbClr val="FF0000"/>
                </a:solidFill>
              </a:rPr>
              <a:t> </a:t>
            </a:r>
            <a:r>
              <a:rPr lang="ko-KR" altLang="en-US" sz="2400" b="1" dirty="0">
                <a:solidFill>
                  <a:srgbClr val="FF0000"/>
                </a:solidFill>
              </a:rPr>
              <a:t>포함</a:t>
            </a:r>
            <a:r>
              <a:rPr lang="ko-KR" altLang="en-US" sz="2400" b="1" dirty="0"/>
              <a:t> 속성</a:t>
            </a:r>
          </a:p>
        </p:txBody>
      </p:sp>
    </p:spTree>
    <p:extLst>
      <p:ext uri="{BB962C8B-B14F-4D97-AF65-F5344CB8AC3E}">
        <p14:creationId xmlns:p14="http://schemas.microsoft.com/office/powerpoint/2010/main" val="2011734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100px, 100px div </a:t>
            </a:r>
            <a:r>
              <a:rPr lang="ko-KR" altLang="en-US" dirty="0"/>
              <a:t>만들고 배경은 검정</a:t>
            </a:r>
            <a:r>
              <a:rPr lang="en-US" altLang="ko-KR" dirty="0"/>
              <a:t>, </a:t>
            </a:r>
            <a:r>
              <a:rPr lang="ko-KR" altLang="en-US" dirty="0"/>
              <a:t>글자는 흰색으로 만들기</a:t>
            </a:r>
            <a:endParaRPr lang="en-US" altLang="ko-KR" dirty="0"/>
          </a:p>
          <a:p>
            <a:r>
              <a:rPr lang="en-US" altLang="ko-KR" dirty="0"/>
              <a:t>div </a:t>
            </a:r>
            <a:r>
              <a:rPr lang="ko-KR" altLang="en-US" dirty="0"/>
              <a:t>에 마우스를 올려놓았을 때 </a:t>
            </a:r>
            <a:r>
              <a:rPr lang="en-US" altLang="ko-KR" dirty="0"/>
              <a:t>300px, 300px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en-US" altLang="ko-KR" dirty="0"/>
              <a:t>transition</a:t>
            </a:r>
            <a:r>
              <a:rPr lang="ko-KR" altLang="en-US" dirty="0"/>
              <a:t>은 우측 </a:t>
            </a:r>
            <a:r>
              <a:rPr lang="en-US" altLang="ko-KR" dirty="0"/>
              <a:t>gif</a:t>
            </a:r>
            <a:r>
              <a:rPr lang="ko-KR" altLang="en-US" dirty="0"/>
              <a:t>대로 실행</a:t>
            </a:r>
            <a:endParaRPr lang="en-US" altLang="ko-KR" dirty="0"/>
          </a:p>
          <a:p>
            <a:r>
              <a:rPr lang="en-US" altLang="ko-KR" dirty="0"/>
              <a:t>( delay</a:t>
            </a:r>
            <a:r>
              <a:rPr lang="ko-KR" altLang="en-US" dirty="0"/>
              <a:t>는 </a:t>
            </a:r>
            <a:r>
              <a:rPr lang="en-US" altLang="ko-KR" dirty="0"/>
              <a:t>0.5s, </a:t>
            </a:r>
            <a:r>
              <a:rPr lang="ko-KR" altLang="en-US" dirty="0"/>
              <a:t>진행속도는 </a:t>
            </a:r>
            <a:r>
              <a:rPr lang="en-US" altLang="ko-KR" dirty="0"/>
              <a:t>1s 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8" y="179946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transition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D2C74C6-170F-58B4-9872-82945C9AF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6590" y="2329308"/>
            <a:ext cx="3505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53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Transform </a:t>
            </a:r>
            <a:r>
              <a:rPr lang="ko-KR" altLang="en-US" dirty="0"/>
              <a:t>과 </a:t>
            </a:r>
            <a:r>
              <a:rPr lang="en-US" altLang="ko-KR" dirty="0"/>
              <a:t>z-index </a:t>
            </a:r>
            <a:r>
              <a:rPr lang="ko-KR" altLang="en-US" dirty="0"/>
              <a:t>를 이용해 이미지 </a:t>
            </a:r>
            <a:r>
              <a:rPr lang="en-US" altLang="ko-KR" dirty="0"/>
              <a:t>3</a:t>
            </a:r>
            <a:r>
              <a:rPr lang="ko-KR" altLang="en-US" dirty="0"/>
              <a:t>개를 연달아 나열하기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사진 쌓기</a:t>
            </a:r>
          </a:p>
        </p:txBody>
      </p:sp>
      <p:pic>
        <p:nvPicPr>
          <p:cNvPr id="25602" name="Picture 2">
            <a:extLst>
              <a:ext uri="{FF2B5EF4-FFF2-40B4-BE49-F238E27FC236}">
                <a16:creationId xmlns:a16="http://schemas.microsoft.com/office/drawing/2014/main" id="{82D6058E-35C1-2840-5BA7-5D127CB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0382" y="2000165"/>
            <a:ext cx="8706678" cy="3984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6051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314" y="1581917"/>
            <a:ext cx="10515600" cy="4351338"/>
          </a:xfrm>
        </p:spPr>
        <p:txBody>
          <a:bodyPr>
            <a:normAutofit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transition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&amp;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transform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문제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Transform </a:t>
            </a:r>
            <a:r>
              <a:rPr lang="ko-KR" altLang="en-US" dirty="0">
                <a:solidFill>
                  <a:schemeClr val="accent1"/>
                </a:solidFill>
              </a:rPr>
              <a:t>실습</a:t>
            </a:r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039785" y="225187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7680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display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561224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1087" y="1573833"/>
            <a:ext cx="3654286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inline / block</a:t>
            </a:r>
          </a:p>
          <a:p>
            <a:endParaRPr lang="en-US" altLang="ko-KR" dirty="0"/>
          </a:p>
          <a:p>
            <a:r>
              <a:rPr lang="en-US" altLang="ko-KR" dirty="0"/>
              <a:t>inline-block</a:t>
            </a:r>
          </a:p>
          <a:p>
            <a:endParaRPr lang="en-US" altLang="ko-KR" dirty="0"/>
          </a:p>
          <a:p>
            <a:r>
              <a:rPr lang="en-US" altLang="ko-KR" dirty="0"/>
              <a:t>flex</a:t>
            </a:r>
          </a:p>
          <a:p>
            <a:endParaRPr lang="en-US" altLang="ko-KR" dirty="0"/>
          </a:p>
          <a:p>
            <a:r>
              <a:rPr lang="en-US" altLang="ko-KR" dirty="0"/>
              <a:t>grid</a:t>
            </a:r>
          </a:p>
          <a:p>
            <a:endParaRPr lang="en-US" altLang="ko-KR" dirty="0"/>
          </a:p>
          <a:p>
            <a:r>
              <a:rPr lang="en-US" altLang="ko-KR" dirty="0"/>
              <a:t>grid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display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9561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61" y="1565213"/>
            <a:ext cx="10351478" cy="454858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81EE9B-083C-1657-437D-D3E4A1E0D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다양한 헤더 만들기 </a:t>
            </a:r>
            <a:r>
              <a:rPr lang="en-US" altLang="ko-KR" dirty="0"/>
              <a:t>(with. flex)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7244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6822" y="1608991"/>
            <a:ext cx="7805531" cy="21198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dirty="0" err="1"/>
              <a:t>애니매이션을</a:t>
            </a:r>
            <a:r>
              <a:rPr lang="ko-KR" altLang="en-US" dirty="0"/>
              <a:t> 나타내는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sz="6000" dirty="0"/>
              <a:t>+</a:t>
            </a:r>
            <a:r>
              <a:rPr lang="en-US" altLang="ko-KR" sz="4000" dirty="0"/>
              <a:t> </a:t>
            </a:r>
          </a:p>
          <a:p>
            <a:pPr marL="0" indent="0" algn="ctr">
              <a:buNone/>
            </a:pPr>
            <a:r>
              <a:rPr lang="ko-KR" altLang="en-US" dirty="0" err="1"/>
              <a:t>애니매이션의</a:t>
            </a:r>
            <a:r>
              <a:rPr lang="ko-KR" altLang="en-US" dirty="0"/>
              <a:t> 중간 상태를 나타내는 키 프레임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EB05A034-2E98-E748-448B-80A28DDD596C}"/>
              </a:ext>
            </a:extLst>
          </p:cNvPr>
          <p:cNvSpPr/>
          <p:nvPr/>
        </p:nvSpPr>
        <p:spPr>
          <a:xfrm>
            <a:off x="1606822" y="4544044"/>
            <a:ext cx="8726905" cy="818146"/>
          </a:xfrm>
          <a:prstGeom prst="wedgeRoundRectCallout">
            <a:avLst>
              <a:gd name="adj1" fmla="val 20401"/>
              <a:gd name="adj2" fmla="val -166142"/>
              <a:gd name="adj3" fmla="val 16667"/>
            </a:avLst>
          </a:prstGeom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@keyframes </a:t>
            </a:r>
            <a:r>
              <a:rPr lang="ko-KR" altLang="en-US" sz="2400" dirty="0"/>
              <a:t>로 설정되는 값 </a:t>
            </a:r>
            <a:r>
              <a:rPr lang="en-US" altLang="ko-KR" sz="2400" dirty="0"/>
              <a:t>( to ~ from, 0% ~ 100% 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633183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CSS</a:t>
            </a:r>
            <a:r>
              <a:rPr lang="ko-KR" altLang="en-US" dirty="0">
                <a:sym typeface="Wingdings" panose="05000000000000000000" pitchFamily="2" charset="2"/>
              </a:rPr>
              <a:t>의 애니메이션 효과를 개발자가 직접 지정하는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애니메이션의 중간 지점마다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속성 값을 지정하여 세밀하게 애니메이션 조절하는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키프레임을 변수에 선언하고 해당 변수를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에서 불러와서 사용할 수 있다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err="1">
                <a:sym typeface="Wingdings" panose="05000000000000000000" pitchFamily="2" charset="2"/>
              </a:rPr>
              <a:t>Keyframes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로 설정되는 값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to/from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0% ~ 100%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@keyframes</a:t>
            </a:r>
            <a:endParaRPr lang="ko-KR" altLang="en-US" dirty="0">
              <a:solidFill>
                <a:srgbClr val="6EC1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300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이름 </a:t>
            </a:r>
            <a:r>
              <a:rPr lang="en-US" altLang="ko-KR" dirty="0"/>
              <a:t>: keyframes </a:t>
            </a:r>
            <a:r>
              <a:rPr lang="ko-KR" altLang="en-US" dirty="0"/>
              <a:t>로 지정한 애니메이션 이름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지속시간</a:t>
            </a:r>
            <a:r>
              <a:rPr lang="en-US" altLang="ko-KR" dirty="0"/>
              <a:t> : </a:t>
            </a:r>
            <a:r>
              <a:rPr lang="ko-KR" altLang="en-US" dirty="0"/>
              <a:t>애니메이션 지속 시간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진행형태 </a:t>
            </a:r>
            <a:r>
              <a:rPr lang="en-US" altLang="ko-KR" dirty="0"/>
              <a:t>: </a:t>
            </a:r>
            <a:r>
              <a:rPr lang="ko-KR" altLang="en-US" dirty="0"/>
              <a:t>애니메이션이 진행되는 형태</a:t>
            </a:r>
            <a:r>
              <a:rPr lang="en-US" altLang="ko-KR" dirty="0"/>
              <a:t>(</a:t>
            </a:r>
            <a:r>
              <a:rPr lang="ko-KR" altLang="en-US" dirty="0"/>
              <a:t>시간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ease / linear </a:t>
            </a:r>
            <a:r>
              <a:rPr lang="ko-KR" altLang="en-US" dirty="0"/>
              <a:t>등등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반복횟수 </a:t>
            </a:r>
            <a:r>
              <a:rPr lang="en-US" altLang="ko-KR" dirty="0"/>
              <a:t>: </a:t>
            </a:r>
            <a:r>
              <a:rPr lang="ko-KR" altLang="en-US" dirty="0"/>
              <a:t>반복되는 횟수를 지정</a:t>
            </a:r>
            <a:r>
              <a:rPr lang="en-US" altLang="ko-KR" dirty="0"/>
              <a:t>, </a:t>
            </a:r>
            <a:r>
              <a:rPr lang="ko-KR" altLang="en-US" dirty="0"/>
              <a:t>소수점 가능</a:t>
            </a:r>
            <a:r>
              <a:rPr lang="en-US" altLang="ko-KR" dirty="0"/>
              <a:t>, infinite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2917250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549" y="1690688"/>
            <a:ext cx="488882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animation-name (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animation-duration (</a:t>
            </a:r>
            <a:r>
              <a:rPr lang="ko-KR" altLang="en-US" dirty="0">
                <a:latin typeface="+mn-ea"/>
              </a:rPr>
              <a:t>지속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animation-delay (</a:t>
            </a:r>
            <a:r>
              <a:rPr lang="ko-KR" altLang="en-US" dirty="0">
                <a:latin typeface="+mn-ea"/>
              </a:rPr>
              <a:t>지연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animation-iteration-count (</a:t>
            </a:r>
            <a:r>
              <a:rPr lang="ko-KR" altLang="en-US" dirty="0">
                <a:latin typeface="+mn-ea"/>
              </a:rPr>
              <a:t>반복 횟수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animation-timing-function (</a:t>
            </a:r>
            <a:r>
              <a:rPr lang="ko-KR" altLang="en-US" dirty="0">
                <a:latin typeface="+mn-ea"/>
              </a:rPr>
              <a:t>반복 형태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animation-direction (</a:t>
            </a:r>
            <a:r>
              <a:rPr lang="ko-KR" altLang="en-US" dirty="0">
                <a:latin typeface="+mn-ea"/>
              </a:rPr>
              <a:t>애니메이션 방향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r="30174"/>
          <a:stretch/>
        </p:blipFill>
        <p:spPr>
          <a:xfrm>
            <a:off x="7092206" y="3028040"/>
            <a:ext cx="3212379" cy="1333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94587" y="4790901"/>
            <a:ext cx="956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단축 속성 </a:t>
            </a:r>
            <a:r>
              <a:rPr lang="en-US" altLang="ko-KR" dirty="0">
                <a:latin typeface="+mn-ea"/>
              </a:rPr>
              <a:t>: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name duration </a:t>
            </a:r>
            <a:r>
              <a:rPr lang="en-US" altLang="ko-KR" dirty="0">
                <a:latin typeface="+mn-ea"/>
              </a:rPr>
              <a:t>timing-function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delay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iteration-count</a:t>
            </a:r>
            <a:r>
              <a:rPr lang="en-US" altLang="ko-KR" dirty="0">
                <a:latin typeface="+mn-ea"/>
              </a:rPr>
              <a:t> direction</a:t>
            </a:r>
            <a:endParaRPr lang="ko-KR" altLang="en-US" dirty="0">
              <a:latin typeface="+mn-ea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4587" y="5214968"/>
            <a:ext cx="7597906" cy="429511"/>
          </a:xfrm>
          <a:prstGeom prst="rect">
            <a:avLst/>
          </a:prstGeom>
        </p:spPr>
      </p:pic>
      <p:sp>
        <p:nvSpPr>
          <p:cNvPr id="3" name="오른쪽 화살표 2"/>
          <p:cNvSpPr/>
          <p:nvPr/>
        </p:nvSpPr>
        <p:spPr>
          <a:xfrm>
            <a:off x="5609493" y="3429000"/>
            <a:ext cx="1248891" cy="351692"/>
          </a:xfrm>
          <a:prstGeom prst="rightArrow">
            <a:avLst/>
          </a:prstGeom>
          <a:solidFill>
            <a:srgbClr val="6EC1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Kim jung chul Gothic Regular" panose="020B0503000000000000" pitchFamily="34" charset="-127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0243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5ED8DA-072B-7FC5-E113-8C17B68B5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4C6097A-AC2A-AACF-3345-E85A4A06F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86A9CA44-D60E-DE88-52D8-5E8743377533}"/>
              </a:ext>
            </a:extLst>
          </p:cNvPr>
          <p:cNvSpPr txBox="1">
            <a:spLocks/>
          </p:cNvSpPr>
          <p:nvPr/>
        </p:nvSpPr>
        <p:spPr>
          <a:xfrm>
            <a:off x="866274" y="1534110"/>
            <a:ext cx="5775158" cy="4219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ko-KR" dirty="0"/>
              <a:t>Animation-timing-function</a:t>
            </a:r>
          </a:p>
          <a:p>
            <a:pPr marL="0" indent="0">
              <a:lnSpc>
                <a:spcPct val="130000"/>
              </a:lnSpc>
              <a:buNone/>
            </a:pPr>
            <a:endParaRPr lang="en-US" altLang="ko-K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C4354F2-3D8A-0128-3312-3AD029D5BC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63152" y="2407021"/>
            <a:ext cx="11465695" cy="3230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503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251" y="1614224"/>
            <a:ext cx="6274125" cy="378694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1. </a:t>
            </a:r>
            <a:r>
              <a:rPr lang="ko-KR" altLang="en-US" dirty="0"/>
              <a:t>키프레임을 사용하세요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2. </a:t>
            </a:r>
            <a:r>
              <a:rPr lang="ko-KR" altLang="en-US" dirty="0"/>
              <a:t>왼쪽 상단에서 시작하여 시계 방향으로 사각형을 그리는 애니메이션을 완성하세요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3. </a:t>
            </a:r>
            <a:r>
              <a:rPr lang="ko-KR" altLang="en-US" dirty="0"/>
              <a:t>애니메이션 대상은 원입니다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4. </a:t>
            </a:r>
            <a:r>
              <a:rPr lang="ko-KR" altLang="en-US" dirty="0"/>
              <a:t>애니메이션은 </a:t>
            </a:r>
            <a:r>
              <a:rPr lang="en-US" altLang="ko-KR" dirty="0"/>
              <a:t>3</a:t>
            </a:r>
            <a:r>
              <a:rPr lang="ko-KR" altLang="en-US" dirty="0"/>
              <a:t>초 동안 지속됩니다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5. </a:t>
            </a:r>
            <a:r>
              <a:rPr lang="ko-KR" altLang="en-US" dirty="0"/>
              <a:t>애니메이션은 </a:t>
            </a:r>
            <a:r>
              <a:rPr lang="en-US" altLang="ko-KR" dirty="0"/>
              <a:t>6</a:t>
            </a:r>
            <a:r>
              <a:rPr lang="ko-KR" altLang="en-US" dirty="0"/>
              <a:t>번 반복됩니다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원 움직이기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5E712C-996F-C78C-AAEF-7A8ED1EBE4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022" b="60967"/>
          <a:stretch/>
        </p:blipFill>
        <p:spPr bwMode="auto">
          <a:xfrm>
            <a:off x="6944140" y="1168167"/>
            <a:ext cx="4320207" cy="4521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4313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645603"/>
            <a:ext cx="10713720" cy="378694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2400" dirty="0">
                <a:hlinkClick r:id="rId3"/>
              </a:rPr>
              <a:t>https://d2iwdqgro8i2ew.cloudfront.net/lesson/script/53006-1.html</a:t>
            </a:r>
            <a:r>
              <a:rPr lang="en-US" altLang="ko-KR" sz="2400" dirty="0"/>
              <a:t> 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위 링크를 클릭해 실행되는 파일처럼 동작하도록 만들어주세요</a:t>
            </a:r>
            <a:r>
              <a:rPr lang="en-US" altLang="ko-KR" dirty="0"/>
              <a:t>.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글씨 애니메이션</a:t>
            </a:r>
          </a:p>
        </p:txBody>
      </p:sp>
    </p:spTree>
    <p:extLst>
      <p:ext uri="{BB962C8B-B14F-4D97-AF65-F5344CB8AC3E}">
        <p14:creationId xmlns:p14="http://schemas.microsoft.com/office/powerpoint/2010/main" val="1811042708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1043</Words>
  <Application>Microsoft Office PowerPoint</Application>
  <PresentationFormat>와이드스크린</PresentationFormat>
  <Paragraphs>240</Paragraphs>
  <Slides>26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4" baseType="lpstr">
      <vt:lpstr>Kim jung chul Gothic Regular</vt:lpstr>
      <vt:lpstr>PretendardGOV</vt:lpstr>
      <vt:lpstr>Söhne</vt:lpstr>
      <vt:lpstr>맑은 고딕</vt:lpstr>
      <vt:lpstr>Arial</vt:lpstr>
      <vt:lpstr>Consolas</vt:lpstr>
      <vt:lpstr>Wingdings</vt:lpstr>
      <vt:lpstr>3_Office 테마</vt:lpstr>
      <vt:lpstr>웹 개발자 부트캠프 과정</vt:lpstr>
      <vt:lpstr>CSS 복잡한 속성</vt:lpstr>
      <vt:lpstr>position</vt:lpstr>
      <vt:lpstr>CSS 복잡한 속성 - position</vt:lpstr>
      <vt:lpstr>CSS 복잡한 속성 - position</vt:lpstr>
      <vt:lpstr>실습. 애벌레 만들기</vt:lpstr>
      <vt:lpstr>transform</vt:lpstr>
      <vt:lpstr>CSS 복잡한 속성 - transform</vt:lpstr>
      <vt:lpstr>CSS 복잡한 속성 - transform</vt:lpstr>
      <vt:lpstr>CSS 복잡한 속성 - transform</vt:lpstr>
      <vt:lpstr>CSS 복잡한 속성 - transform</vt:lpstr>
      <vt:lpstr>transition</vt:lpstr>
      <vt:lpstr>PowerPoint 프레젠테이션</vt:lpstr>
      <vt:lpstr>실습.  transition</vt:lpstr>
      <vt:lpstr>실습. 사진 쌓기</vt:lpstr>
      <vt:lpstr>실습. Transform 실습</vt:lpstr>
      <vt:lpstr>display</vt:lpstr>
      <vt:lpstr>CSS 복잡한 속성 - display</vt:lpstr>
      <vt:lpstr>실습. 다양한 헤더 만들기 (with. flex)</vt:lpstr>
      <vt:lpstr>CSS 복잡한 속성 - animation</vt:lpstr>
      <vt:lpstr>@keyframes</vt:lpstr>
      <vt:lpstr>Animation 속성</vt:lpstr>
      <vt:lpstr>Animation 속성</vt:lpstr>
      <vt:lpstr>CSS 복잡한 속성 - animation</vt:lpstr>
      <vt:lpstr>실습. 원 움직이기</vt:lpstr>
      <vt:lpstr>실습. 글씨 애니메이션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복잡한 속성</dc:title>
  <dc:creator>On Coding</dc:creator>
  <cp:lastModifiedBy>On Coding</cp:lastModifiedBy>
  <cp:revision>4</cp:revision>
  <dcterms:created xsi:type="dcterms:W3CDTF">2024-05-17T01:51:38Z</dcterms:created>
  <dcterms:modified xsi:type="dcterms:W3CDTF">2024-05-20T02:24:19Z</dcterms:modified>
</cp:coreProperties>
</file>