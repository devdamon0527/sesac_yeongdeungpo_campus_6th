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256" r:id="rId2"/>
    <p:sldId id="269" r:id="rId3"/>
    <p:sldId id="589" r:id="rId4"/>
    <p:sldId id="590" r:id="rId5"/>
    <p:sldId id="592" r:id="rId6"/>
    <p:sldId id="593" r:id="rId7"/>
    <p:sldId id="594" r:id="rId8"/>
    <p:sldId id="595" r:id="rId9"/>
    <p:sldId id="596" r:id="rId10"/>
    <p:sldId id="492" r:id="rId11"/>
    <p:sldId id="611" r:id="rId12"/>
    <p:sldId id="261" r:id="rId13"/>
    <p:sldId id="597" r:id="rId14"/>
    <p:sldId id="610" r:id="rId15"/>
    <p:sldId id="598" r:id="rId16"/>
    <p:sldId id="599" r:id="rId17"/>
    <p:sldId id="600" r:id="rId18"/>
    <p:sldId id="601" r:id="rId19"/>
    <p:sldId id="602" r:id="rId20"/>
    <p:sldId id="609" r:id="rId21"/>
    <p:sldId id="612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86" d="100"/>
          <a:sy n="86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57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부모 </a:t>
            </a:r>
            <a:r>
              <a:rPr lang="en-US" altLang="ko-KR" dirty="0"/>
              <a:t>-&gt; </a:t>
            </a:r>
            <a:r>
              <a:rPr lang="ko-KR" altLang="en-US" dirty="0"/>
              <a:t>자식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부모에서 </a:t>
            </a:r>
            <a:r>
              <a:rPr lang="en-US" altLang="ko-KR" dirty="0"/>
              <a:t>state (</a:t>
            </a:r>
            <a:r>
              <a:rPr lang="ko-KR" altLang="en-US" dirty="0"/>
              <a:t>변수</a:t>
            </a:r>
            <a:r>
              <a:rPr lang="en-US" altLang="ko-KR" dirty="0"/>
              <a:t>) </a:t>
            </a:r>
            <a:r>
              <a:rPr lang="ko-KR" altLang="en-US" dirty="0"/>
              <a:t>자식으로 보내줘서 사용 가능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이러면 자식이 부모가 가지고 있던 </a:t>
            </a:r>
            <a:r>
              <a:rPr lang="en-US" altLang="ko-KR" dirty="0"/>
              <a:t>State</a:t>
            </a:r>
            <a:r>
              <a:rPr lang="ko-KR" altLang="en-US" dirty="0"/>
              <a:t>를 사용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// props </a:t>
            </a:r>
            <a:r>
              <a:rPr lang="ko-KR" altLang="en-US" dirty="0"/>
              <a:t>사용 방법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부모가 자식한테 </a:t>
            </a:r>
            <a:r>
              <a:rPr lang="ko-KR" altLang="en-US" dirty="0" err="1"/>
              <a:t>줄거임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부모 쪽에 </a:t>
            </a:r>
            <a:r>
              <a:rPr lang="en-US" altLang="ko-KR" dirty="0"/>
              <a:t>&lt;</a:t>
            </a:r>
            <a:r>
              <a:rPr lang="en-US" altLang="ko-KR" dirty="0" err="1"/>
              <a:t>Fution</a:t>
            </a:r>
            <a:r>
              <a:rPr lang="en-US" altLang="ko-KR" dirty="0"/>
              <a:t> </a:t>
            </a:r>
            <a:r>
              <a:rPr lang="ko-KR" altLang="en-US" dirty="0"/>
              <a:t>작명</a:t>
            </a:r>
            <a:r>
              <a:rPr lang="en-US" altLang="ko-KR" dirty="0"/>
              <a:t>={</a:t>
            </a:r>
            <a:r>
              <a:rPr lang="ko-KR" altLang="en-US" dirty="0" err="1"/>
              <a:t>줄내용</a:t>
            </a:r>
            <a:r>
              <a:rPr lang="en-US" altLang="ko-KR" dirty="0"/>
              <a:t>}/&gt;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자식 쪽에 </a:t>
            </a:r>
            <a:r>
              <a:rPr lang="en-US" altLang="ko-KR" dirty="0" err="1"/>
              <a:t>Fution</a:t>
            </a:r>
            <a:r>
              <a:rPr lang="en-US" altLang="ko-KR" dirty="0"/>
              <a:t>(props){</a:t>
            </a:r>
          </a:p>
          <a:p>
            <a:r>
              <a:rPr lang="en-US" altLang="ko-KR" dirty="0"/>
              <a:t>  &lt;h1&gt;props.</a:t>
            </a:r>
            <a:r>
              <a:rPr lang="ko-KR" altLang="en-US" dirty="0"/>
              <a:t>작명</a:t>
            </a:r>
            <a:r>
              <a:rPr lang="en-US" altLang="ko-KR" dirty="0"/>
              <a:t>&lt;/h1&gt;</a:t>
            </a:r>
          </a:p>
          <a:p>
            <a:r>
              <a:rPr lang="en-US" altLang="ko-KR" dirty="0"/>
              <a:t>}</a:t>
            </a:r>
          </a:p>
          <a:p>
            <a:endParaRPr lang="en-US" altLang="ko-KR" dirty="0"/>
          </a:p>
          <a:p>
            <a:r>
              <a:rPr lang="en-US" altLang="ko-KR" dirty="0"/>
              <a:t>**</a:t>
            </a:r>
            <a:r>
              <a:rPr lang="ko-KR" altLang="en-US" dirty="0"/>
              <a:t>보통 귀찮아서 작명을 내용과 같게 작성한다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패륜전송 금지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5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679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16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에 대한 유형 검사</a:t>
            </a:r>
            <a:r>
              <a:rPr lang="en-US" altLang="ko-KR" dirty="0"/>
              <a:t>(type-checking)</a:t>
            </a:r>
            <a:r>
              <a:rPr lang="ko-KR" altLang="en-US" dirty="0"/>
              <a:t>를 수행하는 데 사용되는 도구</a:t>
            </a:r>
            <a:endParaRPr lang="en-US" altLang="ko-KR" dirty="0"/>
          </a:p>
          <a:p>
            <a:r>
              <a:rPr lang="ko-KR" altLang="en-US" dirty="0"/>
              <a:t>느슨한 언어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176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83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871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180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042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 err="1"/>
              <a:t>다크</a:t>
            </a:r>
            <a:r>
              <a:rPr lang="en-US" altLang="ko-KR" dirty="0"/>
              <a:t>/</a:t>
            </a:r>
            <a:r>
              <a:rPr lang="ko-KR" altLang="en-US" dirty="0"/>
              <a:t>라이트 모드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-Why?</a:t>
            </a:r>
            <a:r>
              <a:rPr lang="en-US" altLang="ko-KR" baseline="0" dirty="0"/>
              <a:t> State</a:t>
            </a:r>
            <a:r>
              <a:rPr lang="ko-KR" altLang="en-US" baseline="0" dirty="0"/>
              <a:t>를 사용해야 하는 이유</a:t>
            </a:r>
            <a:r>
              <a:rPr lang="en-US" altLang="ko-KR" baseline="0" dirty="0"/>
              <a:t>?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State</a:t>
            </a:r>
            <a:r>
              <a:rPr lang="ko-KR" altLang="en-US" dirty="0"/>
              <a:t>는 컴포넌트가 유지하는 데이터</a:t>
            </a:r>
            <a:r>
              <a:rPr lang="en-US" altLang="ko-KR" dirty="0"/>
              <a:t>, </a:t>
            </a:r>
            <a:r>
              <a:rPr lang="ko-KR" altLang="en-US" dirty="0"/>
              <a:t>변경될 때마다 컴포넌트가 다시 </a:t>
            </a:r>
            <a:r>
              <a:rPr lang="ko-KR" altLang="en-US" dirty="0" err="1"/>
              <a:t>재랜더링되어</a:t>
            </a:r>
            <a:r>
              <a:rPr lang="ko-KR" altLang="en-US" dirty="0"/>
              <a:t> 사용자에게 최신 상태를 보여줌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이 점이 </a:t>
            </a:r>
            <a:r>
              <a:rPr lang="ko-KR" altLang="en-US" dirty="0" err="1"/>
              <a:t>변수랑</a:t>
            </a:r>
            <a:r>
              <a:rPr lang="ko-KR" altLang="en-US" dirty="0"/>
              <a:t> 다른 것이다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Virtual DOM –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변한 부분만 바꿔서 적용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 When? </a:t>
            </a:r>
            <a:r>
              <a:rPr lang="ko-KR" altLang="en-US" baseline="0" dirty="0"/>
              <a:t>언제 사용해야 할까</a:t>
            </a:r>
            <a:r>
              <a:rPr lang="en-US" altLang="ko-KR" baseline="0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 err="1"/>
              <a:t>변경시</a:t>
            </a:r>
            <a:r>
              <a:rPr lang="ko-KR" altLang="en-US" baseline="0" dirty="0"/>
              <a:t> 자동으로 </a:t>
            </a:r>
            <a:r>
              <a:rPr lang="en-US" altLang="ko-KR" baseline="0" dirty="0"/>
              <a:t>HTML</a:t>
            </a:r>
            <a:r>
              <a:rPr lang="ko-KR" altLang="en-US" baseline="0" dirty="0"/>
              <a:t>에 반영되게 만들고 싶은 기능에 </a:t>
            </a:r>
            <a:r>
              <a:rPr lang="en-US" altLang="ko-KR" baseline="0" dirty="0"/>
              <a:t>state </a:t>
            </a:r>
            <a:r>
              <a:rPr lang="ko-KR" altLang="en-US" baseline="0" dirty="0"/>
              <a:t>사용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자주 변경될 것 같은 </a:t>
            </a:r>
            <a:r>
              <a:rPr lang="en-US" altLang="ko-KR" baseline="0" dirty="0"/>
              <a:t>html </a:t>
            </a:r>
            <a:r>
              <a:rPr lang="ko-KR" altLang="en-US" baseline="0" dirty="0"/>
              <a:t>요소나 내용</a:t>
            </a: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242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props</a:t>
            </a:r>
            <a:r>
              <a:rPr lang="ko-KR" altLang="en-US" dirty="0"/>
              <a:t>는 자식입장에서는 수정이 불가능</a:t>
            </a:r>
            <a:r>
              <a:rPr lang="en-US" altLang="ko-KR" dirty="0"/>
              <a:t>! </a:t>
            </a:r>
            <a:r>
              <a:rPr lang="ko-KR" altLang="en-US" dirty="0"/>
              <a:t>읽기만 가능</a:t>
            </a:r>
            <a:r>
              <a:rPr lang="en-US" altLang="ko-KR" dirty="0"/>
              <a:t>!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변경하려면 최초 유포자 측에서 수정해야함</a:t>
            </a:r>
            <a:r>
              <a:rPr lang="en-US" altLang="ko-KR" dirty="0"/>
              <a:t>!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*</a:t>
            </a:r>
            <a:r>
              <a:rPr lang="en-US" altLang="ko-KR" baseline="0" dirty="0"/>
              <a:t> state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변수같은 존재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34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16.3 </a:t>
            </a:r>
            <a:r>
              <a:rPr lang="ko-KR" altLang="en-US" dirty="0"/>
              <a:t>버전 이전 형태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constructor()</a:t>
            </a:r>
            <a:r>
              <a:rPr lang="en-US" altLang="ko-KR" baseline="0" dirty="0"/>
              <a:t> : </a:t>
            </a:r>
            <a:r>
              <a:rPr lang="ko-KR" altLang="en-US" baseline="0" dirty="0" err="1"/>
              <a:t>생성자</a:t>
            </a:r>
            <a:r>
              <a:rPr lang="en-US" altLang="ko-KR" baseline="0" dirty="0"/>
              <a:t>, state </a:t>
            </a:r>
            <a:r>
              <a:rPr lang="ko-KR" altLang="en-US" baseline="0" dirty="0"/>
              <a:t>값을 초기화 하거나 메서드를 바인딩 할 때 사용</a:t>
            </a:r>
            <a:endParaRPr lang="en-US" altLang="ko-KR" baseline="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해당 컴포넌트가 마운트 되기 전 호출된다 </a:t>
            </a:r>
            <a:r>
              <a:rPr lang="en-US" altLang="ko-KR" baseline="0" dirty="0"/>
              <a:t>(</a:t>
            </a:r>
            <a:r>
              <a:rPr lang="ko-KR" altLang="en-US" baseline="0" dirty="0"/>
              <a:t>마운트 </a:t>
            </a:r>
            <a:r>
              <a:rPr lang="en-US" altLang="ko-KR" baseline="0" dirty="0"/>
              <a:t>: DOM </a:t>
            </a:r>
            <a:r>
              <a:rPr lang="ko-KR" altLang="en-US" baseline="0" dirty="0"/>
              <a:t>객체가 생성되고 브라우저에 나타나는 것을 의미</a:t>
            </a:r>
            <a:r>
              <a:rPr lang="en-US" altLang="ko-KR" baseline="0" dirty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(Mount, Update, </a:t>
            </a:r>
            <a:r>
              <a:rPr lang="en-US" altLang="ko-KR" baseline="0" dirty="0" err="1"/>
              <a:t>UnMount</a:t>
            </a:r>
            <a:r>
              <a:rPr lang="en-US" altLang="ko-KR" baseline="0" dirty="0"/>
              <a:t>) -&gt; </a:t>
            </a:r>
            <a:r>
              <a:rPr lang="ko-KR" altLang="en-US" baseline="0" dirty="0"/>
              <a:t>추후 라이프 사이클 파트에서 다룰 예정</a:t>
            </a:r>
            <a:endParaRPr lang="en-US" altLang="ko-KR" baseline="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----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super() : </a:t>
            </a:r>
            <a:r>
              <a:rPr lang="ko-KR" altLang="en-US" dirty="0"/>
              <a:t>부모 클래스 </a:t>
            </a:r>
            <a:r>
              <a:rPr lang="ko-KR" altLang="en-US" dirty="0" err="1"/>
              <a:t>생성자</a:t>
            </a:r>
            <a:r>
              <a:rPr lang="ko-KR" altLang="en-US" dirty="0"/>
              <a:t> 가리킴</a:t>
            </a:r>
            <a:r>
              <a:rPr lang="en-US" altLang="ko-KR" dirty="0"/>
              <a:t>, super(props)</a:t>
            </a:r>
            <a:r>
              <a:rPr lang="ko-KR" altLang="en-US" dirty="0"/>
              <a:t>를 </a:t>
            </a:r>
            <a:r>
              <a:rPr lang="ko-KR" altLang="en-US" dirty="0" err="1"/>
              <a:t>선언전까지</a:t>
            </a:r>
            <a:r>
              <a:rPr lang="ko-KR" altLang="en-US" dirty="0"/>
              <a:t> </a:t>
            </a:r>
            <a:r>
              <a:rPr lang="en-US" altLang="ko-KR" dirty="0"/>
              <a:t>constructor</a:t>
            </a:r>
            <a:r>
              <a:rPr lang="ko-KR" altLang="en-US" dirty="0"/>
              <a:t>에서 </a:t>
            </a:r>
            <a:r>
              <a:rPr lang="en-US" altLang="ko-KR" dirty="0"/>
              <a:t>this</a:t>
            </a:r>
            <a:r>
              <a:rPr lang="en-US" altLang="ko-KR" baseline="0" dirty="0"/>
              <a:t> </a:t>
            </a:r>
            <a:r>
              <a:rPr lang="ko-KR" altLang="en-US" baseline="0" dirty="0"/>
              <a:t>키워드를 사용할 수 없다</a:t>
            </a:r>
            <a:r>
              <a:rPr lang="en-US" altLang="ko-KR" baseline="0" dirty="0"/>
              <a:t>(</a:t>
            </a:r>
            <a:r>
              <a:rPr lang="en-US" altLang="ko-KR" baseline="0" dirty="0" err="1"/>
              <a:t>js</a:t>
            </a:r>
            <a:r>
              <a:rPr lang="ko-KR" altLang="en-US" baseline="0" dirty="0"/>
              <a:t>에서</a:t>
            </a:r>
            <a:r>
              <a:rPr lang="en-US" altLang="ko-KR" baseline="0" dirty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**</a:t>
            </a:r>
            <a:r>
              <a:rPr lang="en-US" altLang="ko-KR" baseline="0" dirty="0"/>
              <a:t> React 16.3 </a:t>
            </a:r>
            <a:r>
              <a:rPr lang="ko-KR" altLang="en-US" baseline="0" dirty="0"/>
              <a:t>이전</a:t>
            </a:r>
            <a:endParaRPr lang="en-US" altLang="ko-KR" baseline="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상태를 초기화하기 위해 주로</a:t>
            </a:r>
            <a:r>
              <a:rPr lang="en-US" altLang="ko-KR" baseline="0" dirty="0"/>
              <a:t>‘constructor’ </a:t>
            </a:r>
            <a:r>
              <a:rPr lang="ko-KR" altLang="en-US" baseline="0" dirty="0"/>
              <a:t>사용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상태 초기화는 </a:t>
            </a:r>
            <a:r>
              <a:rPr lang="en-US" altLang="ko-KR" baseline="0" dirty="0"/>
              <a:t>‘</a:t>
            </a:r>
            <a:r>
              <a:rPr lang="en-US" altLang="ko-KR" baseline="0" dirty="0" err="1"/>
              <a:t>this.state</a:t>
            </a:r>
            <a:r>
              <a:rPr lang="en-US" altLang="ko-KR" baseline="0" dirty="0"/>
              <a:t>’</a:t>
            </a:r>
            <a:r>
              <a:rPr lang="ko-KR" altLang="en-US" baseline="0" dirty="0"/>
              <a:t>에</a:t>
            </a:r>
            <a:r>
              <a:rPr lang="en-US" altLang="ko-KR" baseline="0" dirty="0"/>
              <a:t> </a:t>
            </a:r>
            <a:r>
              <a:rPr lang="ko-KR" altLang="en-US" baseline="0" dirty="0"/>
              <a:t>직접 할당함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439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생명주기 메서드가 도입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'state'</a:t>
            </a:r>
            <a:r>
              <a:rPr lang="ko-KR" altLang="en-US" dirty="0"/>
              <a:t>를 초기화 하는 방법이 생김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Constructor</a:t>
            </a:r>
            <a:r>
              <a:rPr lang="ko-KR" altLang="en-US" dirty="0"/>
              <a:t>가 필요 없어짐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950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20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424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03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2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57951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80700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48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23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66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3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1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15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1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642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58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8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12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A56DB0-EFB4-9A97-9462-05D086070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9052"/>
            <a:ext cx="10909152" cy="4351338"/>
          </a:xfrm>
        </p:spPr>
        <p:txBody>
          <a:bodyPr/>
          <a:lstStyle/>
          <a:p>
            <a:r>
              <a:rPr lang="en-US" altLang="ko-KR" dirty="0"/>
              <a:t>properties</a:t>
            </a:r>
            <a:r>
              <a:rPr lang="ko-KR" altLang="en-US" dirty="0"/>
              <a:t> 를 줄인 표현으로 </a:t>
            </a:r>
            <a:r>
              <a:rPr lang="ko-KR" altLang="en-US" dirty="0">
                <a:solidFill>
                  <a:schemeClr val="accent1"/>
                </a:solidFill>
              </a:rPr>
              <a:t>컴포넌트 속성을 설정할 때 사용하는 요소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/>
              <a:t>props</a:t>
            </a:r>
            <a:r>
              <a:rPr lang="ko-KR" altLang="en-US" dirty="0"/>
              <a:t>는 컴포넌트끼리 값을 전달하는 수단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상위</a:t>
            </a:r>
            <a:r>
              <a:rPr lang="ko-KR" altLang="en-US" dirty="0"/>
              <a:t> 컴포넌트에서 </a:t>
            </a:r>
            <a:r>
              <a:rPr lang="ko-KR" altLang="en-US" dirty="0">
                <a:solidFill>
                  <a:srgbClr val="FF0000"/>
                </a:solidFill>
              </a:rPr>
              <a:t>하위</a:t>
            </a:r>
            <a:r>
              <a:rPr lang="ko-KR" altLang="en-US" dirty="0"/>
              <a:t> 컴포넌트로 전달 </a:t>
            </a:r>
            <a:r>
              <a:rPr lang="en-US" altLang="ko-KR" dirty="0"/>
              <a:t>(</a:t>
            </a:r>
            <a:r>
              <a:rPr lang="ko-KR" altLang="en-US" dirty="0"/>
              <a:t>단방향 데이터 흐름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8FEC5-B146-AB68-CA6C-476D14DF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D294-60EA-4DAA-90A4-E86E9A5EB9A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FBE229-2957-079F-DEC2-73F426DE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5D341A-A4A5-AEF2-4CD5-0AAC3511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50D0F5-D6FF-02FF-F06C-A9847C26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655" y="3501232"/>
            <a:ext cx="8756689" cy="187859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57C9F8-0763-556D-5A59-66ABE3679253}"/>
              </a:ext>
            </a:extLst>
          </p:cNvPr>
          <p:cNvSpPr/>
          <p:nvPr/>
        </p:nvSpPr>
        <p:spPr>
          <a:xfrm>
            <a:off x="3980985" y="4902173"/>
            <a:ext cx="3852615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50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74D3CA-D8CF-CA1C-3F4A-998F76A13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88" y="1504381"/>
            <a:ext cx="11070515" cy="4111688"/>
          </a:xfrm>
        </p:spPr>
        <p:txBody>
          <a:bodyPr/>
          <a:lstStyle/>
          <a:p>
            <a:r>
              <a:rPr lang="ko-KR" altLang="en-US" dirty="0"/>
              <a:t>부모 컴포넌트에서 전달한 </a:t>
            </a:r>
            <a:r>
              <a:rPr lang="en-US" altLang="ko-KR" dirty="0"/>
              <a:t>props</a:t>
            </a:r>
            <a:r>
              <a:rPr lang="ko-KR" altLang="en-US" dirty="0"/>
              <a:t>는 함수형 컴포넌트에서 함수의 파라미터로 전달받으며</a:t>
            </a:r>
            <a:r>
              <a:rPr lang="en-US" altLang="ko-KR" dirty="0"/>
              <a:t>, JSX </a:t>
            </a:r>
            <a:r>
              <a:rPr lang="ko-KR" altLang="en-US" dirty="0"/>
              <a:t>내부에서 </a:t>
            </a:r>
            <a:r>
              <a:rPr lang="en-US" altLang="ko-KR" dirty="0"/>
              <a:t>{</a:t>
            </a:r>
            <a:r>
              <a:rPr lang="ko-KR" altLang="en-US" dirty="0"/>
              <a:t> </a:t>
            </a:r>
            <a:r>
              <a:rPr lang="en-US" altLang="ko-KR" dirty="0"/>
              <a:t>}</a:t>
            </a:r>
            <a:r>
              <a:rPr lang="ko-KR" altLang="en-US" dirty="0"/>
              <a:t> 기호로 감싸서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D7D0A-B415-2367-6C34-8CCD7433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DBD1-6134-4975-8CE7-24ED1E9282F4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68801-C26C-845E-88A0-C0EE20EA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DBC1B1-0301-1639-46FF-900D8EA2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51D6CF-BAFC-6E43-82C5-74687E7C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81" y="2516457"/>
            <a:ext cx="9392217" cy="6059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C3DEE9-DD64-3625-3C53-C0508ABE1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858" y="3279140"/>
            <a:ext cx="5437043" cy="274086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D64BAAA-E994-663B-438F-F4DC4D6F48CC}"/>
              </a:ext>
            </a:extLst>
          </p:cNvPr>
          <p:cNvSpPr txBox="1">
            <a:spLocks/>
          </p:cNvSpPr>
          <p:nvPr/>
        </p:nvSpPr>
        <p:spPr>
          <a:xfrm>
            <a:off x="1116981" y="3122406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부모 컴포넌트에서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name props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전달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38161D3-9870-C26D-DC87-05DBD05CC0ED}"/>
              </a:ext>
            </a:extLst>
          </p:cNvPr>
          <p:cNvSpPr txBox="1">
            <a:spLocks/>
          </p:cNvSpPr>
          <p:nvPr/>
        </p:nvSpPr>
        <p:spPr>
          <a:xfrm>
            <a:off x="6008858" y="6041894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자식 컴포넌트에서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name props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받음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0FD8AE-ED5A-8988-A4D6-ACA31832D594}"/>
              </a:ext>
            </a:extLst>
          </p:cNvPr>
          <p:cNvSpPr/>
          <p:nvPr/>
        </p:nvSpPr>
        <p:spPr>
          <a:xfrm>
            <a:off x="4169693" y="2570570"/>
            <a:ext cx="2634308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985B5A-1218-7902-7BC9-DDA2AEA54F61}"/>
              </a:ext>
            </a:extLst>
          </p:cNvPr>
          <p:cNvSpPr/>
          <p:nvPr/>
        </p:nvSpPr>
        <p:spPr>
          <a:xfrm>
            <a:off x="8697600" y="4233343"/>
            <a:ext cx="1677600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6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BA935-9974-ADFF-3BF1-8E8D0A7C9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/>
          <a:lstStyle/>
          <a:p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ko-KR" altLang="en-US" dirty="0"/>
              <a:t>컴포넌트에서 </a:t>
            </a:r>
            <a:r>
              <a:rPr lang="en-US" altLang="ko-KR" dirty="0"/>
              <a:t>props</a:t>
            </a:r>
            <a:r>
              <a:rPr lang="ko-KR" altLang="en-US" dirty="0"/>
              <a:t>가 전달되지 않았을 때 기본값으로 보여줄 </a:t>
            </a:r>
            <a:r>
              <a:rPr lang="en-US" altLang="ko-KR" dirty="0"/>
              <a:t>props</a:t>
            </a:r>
            <a:r>
              <a:rPr lang="ko-KR" altLang="en-US" dirty="0"/>
              <a:t>를 설정하는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801AE-74C7-21CB-361E-D40FEB50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E807-52C8-4999-93D3-9678270AD8F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D298C9-B8AB-36D5-4E0A-1B37A301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D0F6FF-64A1-A9C5-F4FD-75F1A69D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defaultProps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1CC9EC-5103-8E8F-F35A-460486D82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0" y="2651126"/>
            <a:ext cx="6277635" cy="5653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480FD1-3459-79EB-205E-E4E841B59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753" y="1887040"/>
            <a:ext cx="5378737" cy="43513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8407960-7829-5181-2B64-BEFE94098644}"/>
              </a:ext>
            </a:extLst>
          </p:cNvPr>
          <p:cNvSpPr/>
          <p:nvPr/>
        </p:nvSpPr>
        <p:spPr>
          <a:xfrm>
            <a:off x="6415812" y="4946570"/>
            <a:ext cx="4351575" cy="10870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4A70FDD-59B7-03AC-60AC-4AAEEEF9E093}"/>
              </a:ext>
            </a:extLst>
          </p:cNvPr>
          <p:cNvSpPr txBox="1">
            <a:spLocks/>
          </p:cNvSpPr>
          <p:nvPr/>
        </p:nvSpPr>
        <p:spPr>
          <a:xfrm>
            <a:off x="283840" y="3180090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부모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FF724C0-6D72-23E7-5BB6-6E2A64B863CA}"/>
              </a:ext>
            </a:extLst>
          </p:cNvPr>
          <p:cNvSpPr txBox="1">
            <a:spLocks/>
          </p:cNvSpPr>
          <p:nvPr/>
        </p:nvSpPr>
        <p:spPr>
          <a:xfrm>
            <a:off x="4482005" y="5739144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자식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0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78717-14C8-E4F8-75F1-F1234CB9F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63" y="1328545"/>
            <a:ext cx="10515600" cy="4611750"/>
          </a:xfrm>
        </p:spPr>
        <p:txBody>
          <a:bodyPr/>
          <a:lstStyle/>
          <a:p>
            <a:r>
              <a:rPr lang="ko-KR" altLang="en-US" dirty="0"/>
              <a:t>부모 컴포넌트에서 자식 컴포넌트를 호출할 때 태그 사이에 작성한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73E45-3FE2-D7F4-455A-DAEACC1B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F6701-635E-4B4D-8246-F6CD3AE14CB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FAE8C-8767-B5C4-EA69-B8DAE4E6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B9E0F2-1D61-CB69-8491-8498FD57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props.children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3B1BED-0007-7448-5CCC-0D6DC2A8D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616" y="2871780"/>
            <a:ext cx="5677829" cy="32399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E03D15-0ABA-1274-941A-A1F95AD39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76" y="2186753"/>
            <a:ext cx="10286891" cy="5003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E9A0216-F259-B2FF-147E-338776360EA3}"/>
              </a:ext>
            </a:extLst>
          </p:cNvPr>
          <p:cNvSpPr/>
          <p:nvPr/>
        </p:nvSpPr>
        <p:spPr>
          <a:xfrm>
            <a:off x="6250493" y="2233664"/>
            <a:ext cx="1626307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ECDBFF-A638-BD21-A990-4F05F9BF30EF}"/>
              </a:ext>
            </a:extLst>
          </p:cNvPr>
          <p:cNvSpPr/>
          <p:nvPr/>
        </p:nvSpPr>
        <p:spPr>
          <a:xfrm>
            <a:off x="7353293" y="4625264"/>
            <a:ext cx="2359507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D131762-2C9C-14F1-8BBF-DE53F198A8F3}"/>
              </a:ext>
            </a:extLst>
          </p:cNvPr>
          <p:cNvSpPr txBox="1">
            <a:spLocks/>
          </p:cNvSpPr>
          <p:nvPr/>
        </p:nvSpPr>
        <p:spPr>
          <a:xfrm>
            <a:off x="696076" y="2651126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부모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60DD829-E8F9-0609-7DFF-8CE8EA6BE092}"/>
              </a:ext>
            </a:extLst>
          </p:cNvPr>
          <p:cNvSpPr txBox="1">
            <a:spLocks/>
          </p:cNvSpPr>
          <p:nvPr/>
        </p:nvSpPr>
        <p:spPr>
          <a:xfrm>
            <a:off x="9562117" y="5639009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자식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05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24099-C68E-F711-CF88-171EAEF9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681800" cy="4111688"/>
          </a:xfrm>
        </p:spPr>
        <p:txBody>
          <a:bodyPr/>
          <a:lstStyle/>
          <a:p>
            <a:r>
              <a:rPr lang="ko-KR" altLang="en-US" dirty="0"/>
              <a:t>컴포넌트의 </a:t>
            </a:r>
            <a:r>
              <a:rPr lang="ko-KR" altLang="en-US" b="1" dirty="0"/>
              <a:t>필수 </a:t>
            </a:r>
            <a:r>
              <a:rPr lang="en-US" altLang="ko-KR" b="1" dirty="0"/>
              <a:t>props</a:t>
            </a:r>
            <a:r>
              <a:rPr lang="ko-KR" altLang="en-US" b="1" dirty="0"/>
              <a:t>를 지정</a:t>
            </a:r>
            <a:r>
              <a:rPr lang="ko-KR" altLang="en-US" dirty="0"/>
              <a:t>하거나 </a:t>
            </a:r>
            <a:r>
              <a:rPr lang="en-US" altLang="ko-KR" b="1" dirty="0"/>
              <a:t>props</a:t>
            </a:r>
            <a:r>
              <a:rPr lang="ko-KR" altLang="en-US" b="1" dirty="0"/>
              <a:t>의 타입을 지정</a:t>
            </a:r>
            <a:r>
              <a:rPr lang="ko-KR" altLang="en-US" dirty="0"/>
              <a:t>할 때 사용</a:t>
            </a:r>
            <a:endParaRPr lang="en-US" altLang="ko-KR" dirty="0"/>
          </a:p>
          <a:p>
            <a:r>
              <a:rPr lang="en-US" altLang="ko-KR" dirty="0"/>
              <a:t>JavaScript</a:t>
            </a:r>
            <a:r>
              <a:rPr lang="ko-KR" altLang="en-US" dirty="0"/>
              <a:t>의 </a:t>
            </a:r>
            <a:r>
              <a:rPr lang="en-US" altLang="ko-KR" b="1" dirty="0"/>
              <a:t>“</a:t>
            </a:r>
            <a:r>
              <a:rPr lang="ko-KR" altLang="en-US" b="1" dirty="0"/>
              <a:t>유연한 특성</a:t>
            </a:r>
            <a:r>
              <a:rPr lang="en-US" altLang="ko-KR" b="1" dirty="0"/>
              <a:t>” </a:t>
            </a:r>
            <a:r>
              <a:rPr lang="ko-KR" altLang="en-US" b="1" dirty="0"/>
              <a:t>을 해결</a:t>
            </a:r>
            <a:r>
              <a:rPr lang="ko-KR" altLang="en-US" dirty="0"/>
              <a:t>하기 위해 권장되는 기능</a:t>
            </a:r>
            <a:endParaRPr lang="en-US" altLang="ko-KR" dirty="0"/>
          </a:p>
          <a:p>
            <a:r>
              <a:rPr lang="ko-KR" altLang="en-US" dirty="0"/>
              <a:t>정해진 타입이 아닌 다른 타입으로 정보가 전달될 시</a:t>
            </a:r>
            <a:r>
              <a:rPr lang="en-US" altLang="ko-KR" dirty="0"/>
              <a:t>, </a:t>
            </a:r>
            <a:r>
              <a:rPr lang="ko-KR" altLang="en-US" dirty="0"/>
              <a:t>제대로 동작은 하지만 </a:t>
            </a:r>
            <a:r>
              <a:rPr lang="en-US" altLang="ko-KR" dirty="0"/>
              <a:t>console</a:t>
            </a:r>
            <a:r>
              <a:rPr lang="ko-KR" altLang="en-US" dirty="0"/>
              <a:t>에 오류가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27CF3-AEB6-3834-F3BC-884DE699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0AA1-5246-4A25-BE32-94BE467B109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E01E7F-761C-AAB6-93BA-ABA9F0CC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620784-E4F5-8D73-C265-4AB027BD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propTypes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C333B9-0CCB-D42B-6EA4-F446F601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033" y="4086177"/>
            <a:ext cx="5222308" cy="4815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03881B7-AA60-536E-8373-31C84067B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767" y="4745861"/>
            <a:ext cx="5612574" cy="15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0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030445-48BF-C84E-F822-5A66CC32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6C9C-69B7-4FA3-B533-50D416C4BDB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CF4A8C-6D61-9227-F631-016924A2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B37166-FF69-0EA9-719E-4F992CA7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A04D30-D8DE-F3AC-0AD7-D0A7C4EB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09" y="2397431"/>
            <a:ext cx="9407781" cy="220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FB727CA-1CAF-5823-2284-A8E3E380E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05103" y="3153450"/>
            <a:ext cx="3181794" cy="1695687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5D214-99C2-39F1-EE1F-E3A68C71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C2489-C217-46DD-AED2-42AF6771644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8C3E24-37DC-A7B3-A6B3-C92E68A3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6BCE33-E9CF-3E40-0A85-9333A76C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2E904A-9D1E-D8E7-A2FB-364C40697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93" y="1637755"/>
            <a:ext cx="8199614" cy="4254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80C486-84EE-046F-C5DE-9E265F204471}"/>
              </a:ext>
            </a:extLst>
          </p:cNvPr>
          <p:cNvSpPr txBox="1"/>
          <p:nvPr/>
        </p:nvSpPr>
        <p:spPr>
          <a:xfrm>
            <a:off x="4505103" y="3764944"/>
            <a:ext cx="10390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rgbClr val="FF0000"/>
                </a:solidFill>
              </a:rPr>
              <a:t>or</a:t>
            </a:r>
            <a:endParaRPr lang="ko-KR" alt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42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JSX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err="1">
                <a:solidFill>
                  <a:srgbClr val="212529"/>
                </a:solidFill>
                <a:latin typeface="+mn-ea"/>
              </a:rPr>
              <a:t>jsx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[1~4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59966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Props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[Props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4690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27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637DE-CA85-54BD-9BB5-8A7EF0E6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앱의 유동적인 데이터를 다루기 위한 개체</a:t>
            </a:r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계속해서 변하는 특정 상태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ko-KR" altLang="en-US" dirty="0"/>
              <a:t>상태에 따라 다른 동작을 함</a:t>
            </a:r>
            <a:endParaRPr lang="en-US" altLang="ko-KR" dirty="0"/>
          </a:p>
          <a:p>
            <a:r>
              <a:rPr lang="ko-KR" altLang="en-US" dirty="0"/>
              <a:t>왜 사용할까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State</a:t>
            </a:r>
            <a:r>
              <a:rPr lang="ko-KR" altLang="en-US" dirty="0">
                <a:solidFill>
                  <a:schemeClr val="accent1"/>
                </a:solidFill>
              </a:rPr>
              <a:t>가 </a:t>
            </a:r>
            <a:r>
              <a:rPr lang="ko-KR" altLang="en-US" dirty="0" err="1">
                <a:solidFill>
                  <a:schemeClr val="accent1"/>
                </a:solidFill>
              </a:rPr>
              <a:t>변경될시</a:t>
            </a:r>
            <a:r>
              <a:rPr lang="ko-KR" altLang="en-US" dirty="0">
                <a:solidFill>
                  <a:schemeClr val="accent1"/>
                </a:solidFill>
              </a:rPr>
              <a:t> 자동으로 </a:t>
            </a:r>
            <a:r>
              <a:rPr lang="ko-KR" altLang="en-US" b="1" dirty="0" err="1">
                <a:solidFill>
                  <a:schemeClr val="accent1"/>
                </a:solidFill>
              </a:rPr>
              <a:t>재랜더링</a:t>
            </a:r>
            <a:r>
              <a:rPr lang="ko-KR" altLang="en-US" dirty="0"/>
              <a:t> 되기 때문</a:t>
            </a:r>
            <a:endParaRPr lang="en-US" altLang="ko-KR" dirty="0"/>
          </a:p>
          <a:p>
            <a:pPr lvl="1"/>
            <a:r>
              <a:rPr lang="ko-KR" altLang="en-US" dirty="0"/>
              <a:t>이 점이 변수와 다른 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974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BD993B5-DDCB-CC10-2049-37CD21B2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35" y="1388968"/>
            <a:ext cx="8407470" cy="1835232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props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부모 컴포넌트에서 자식 컴포넌트에 데이터 전달 시 사용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읽기모드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React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는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단방향 데이터 흐름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!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기억하시죠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?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😉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state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특정 컴포넌트가 갖는 상태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값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컴포넌트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내부에서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선언되고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내부에서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값을 변경함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!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 vs. props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24FF74-62D5-7D7C-0F72-F4CABE47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1388968"/>
            <a:ext cx="5331010" cy="459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55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0AF309-853D-F463-6948-0B003DEA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 형태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0AD76-69E2-FF0B-EFB0-7A7CF03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BA8C29-898F-547D-5A87-6B8B621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EA5331-9477-5F1B-FE08-D181E3B6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컴포넌트의 </a:t>
            </a:r>
            <a:r>
              <a:rPr lang="en-US" altLang="ko-KR" dirty="0"/>
              <a:t>state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C9A2AA-93D7-1535-8878-122667E8B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790" y="1825625"/>
            <a:ext cx="5120420" cy="417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3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0AF309-853D-F463-6948-0B003DEA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버전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0AD76-69E2-FF0B-EFB0-7A7CF03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BA8C29-898F-547D-5A87-6B8B621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EA5331-9477-5F1B-FE08-D181E3B6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컴포넌트의 </a:t>
            </a:r>
            <a:r>
              <a:rPr lang="en-US" altLang="ko-KR" dirty="0"/>
              <a:t>state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71999D-DE9F-E93D-275B-576A6C087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006" y="1825625"/>
            <a:ext cx="6096794" cy="401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9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1D1DE3-301B-E2B2-CBC2-2603D0652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함수형</a:t>
            </a:r>
            <a:r>
              <a:rPr lang="en-US" altLang="ko-KR" dirty="0"/>
              <a:t> </a:t>
            </a:r>
            <a:r>
              <a:rPr lang="ko-KR" altLang="en-US" dirty="0"/>
              <a:t>컴포넌트는 </a:t>
            </a:r>
            <a:r>
              <a:rPr lang="en-US" altLang="ko-KR" dirty="0"/>
              <a:t>state </a:t>
            </a:r>
            <a:r>
              <a:rPr lang="ko-KR" altLang="en-US" dirty="0"/>
              <a:t>기능이 원래 없었다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 16.8 </a:t>
            </a:r>
            <a:r>
              <a:rPr lang="ko-KR" altLang="en-US" dirty="0"/>
              <a:t>버전 이후부터 </a:t>
            </a:r>
            <a:r>
              <a:rPr lang="en-US" altLang="ko-KR" dirty="0" err="1">
                <a:solidFill>
                  <a:schemeClr val="accent1"/>
                </a:solidFill>
              </a:rPr>
              <a:t>useState</a:t>
            </a:r>
            <a:r>
              <a:rPr lang="ko-KR" altLang="en-US" dirty="0"/>
              <a:t>라는 함수가 생겼고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이를 통해 함수형 컴포넌트에서도 상태관리를 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5BBAFB-E5A2-E86E-DF4D-33C5B1AC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07663-0D3A-8917-9E1E-605B5C14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6FD9C34-199D-DA24-F6FD-C17E6EDC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/>
              <a:t>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396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28C8E0-47C0-251E-49DE-BF6104AD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428F-A58A-A1FE-39FF-A49A5BE5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2FB24E7-C040-379F-6853-389B77EB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71D61E-749D-48A3-3AC5-A9F7BEF2D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79" y="1825625"/>
            <a:ext cx="6447641" cy="415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75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9497A8-6C87-B27D-EFAE-279A835A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4033D-EE6D-BF63-37A9-18AC4B5A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CEB6A77-E629-F7FF-151F-65032762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1EF0165-F1CA-E0D3-0865-8CECE42468E1}"/>
              </a:ext>
            </a:extLst>
          </p:cNvPr>
          <p:cNvSpPr txBox="1">
            <a:spLocks/>
          </p:cNvSpPr>
          <p:nvPr/>
        </p:nvSpPr>
        <p:spPr>
          <a:xfrm>
            <a:off x="5562600" y="1565213"/>
            <a:ext cx="58877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/>
              <a:t>useState</a:t>
            </a:r>
            <a:r>
              <a:rPr lang="en-US" altLang="ko-KR" sz="2400" dirty="0"/>
              <a:t> </a:t>
            </a:r>
            <a:r>
              <a:rPr lang="ko-KR" altLang="en-US" sz="2400" dirty="0"/>
              <a:t>함수의 인자에는 </a:t>
            </a:r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상태의 초기값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ko-KR" sz="2000" dirty="0" err="1"/>
              <a:t>useState</a:t>
            </a:r>
            <a:r>
              <a:rPr lang="ko-KR" altLang="en-US" sz="2000" dirty="0"/>
              <a:t>의 초기값은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숫자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문자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배열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 있다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즉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값의 형태가 자유로움</a:t>
            </a:r>
            <a:endParaRPr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ko-KR" sz="2400" dirty="0" err="1"/>
              <a:t>useState</a:t>
            </a:r>
            <a:r>
              <a:rPr lang="en-US" altLang="ko-KR" sz="2400" dirty="0"/>
              <a:t> </a:t>
            </a:r>
            <a:r>
              <a:rPr lang="ko-KR" altLang="en-US" sz="2400" dirty="0"/>
              <a:t>함수는 배열을 반환</a:t>
            </a:r>
            <a:endParaRPr lang="en-US" altLang="ko-KR" sz="2400" dirty="0"/>
          </a:p>
          <a:p>
            <a:pPr lvl="1"/>
            <a:r>
              <a:rPr lang="ko-KR" altLang="en-US" sz="2000" dirty="0"/>
              <a:t>첫번째 원소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en-US" sz="2000" b="1" dirty="0"/>
              <a:t>현재 상태</a:t>
            </a:r>
            <a:r>
              <a:rPr lang="en-US" altLang="ko-KR" sz="2000" b="1" dirty="0"/>
              <a:t> </a:t>
            </a:r>
          </a:p>
          <a:p>
            <a:pPr lvl="1"/>
            <a:r>
              <a:rPr lang="ko-KR" altLang="en-US" sz="2000" dirty="0"/>
              <a:t>두번째 원소</a:t>
            </a:r>
            <a:r>
              <a:rPr lang="en-US" altLang="ko-KR" sz="2000" dirty="0"/>
              <a:t>:</a:t>
            </a:r>
            <a:r>
              <a:rPr lang="ko-KR" altLang="en-US" sz="2000" dirty="0"/>
              <a:t> 상태를 바꿔주는 </a:t>
            </a:r>
            <a:r>
              <a:rPr lang="en-US" altLang="ko-KR" sz="2000" dirty="0"/>
              <a:t>setter </a:t>
            </a:r>
            <a:r>
              <a:rPr lang="ko-KR" altLang="en-US" sz="2000" dirty="0"/>
              <a:t>함수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515A64-810E-FE9B-EF3A-B8E969E3C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9" y="1565213"/>
            <a:ext cx="4888781" cy="31522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D3F359-2DF8-3F7B-EEE9-7D413F99CF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62" t="18202" r="23983" b="75786"/>
          <a:stretch/>
        </p:blipFill>
        <p:spPr>
          <a:xfrm>
            <a:off x="473159" y="4865502"/>
            <a:ext cx="10823429" cy="6100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9D3577D-B276-C320-57D9-6FA88D445119}"/>
              </a:ext>
            </a:extLst>
          </p:cNvPr>
          <p:cNvSpPr/>
          <p:nvPr/>
        </p:nvSpPr>
        <p:spPr>
          <a:xfrm>
            <a:off x="9158625" y="1565212"/>
            <a:ext cx="1710061" cy="42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C5A51A-93CB-D951-5E41-105440D78A0C}"/>
              </a:ext>
            </a:extLst>
          </p:cNvPr>
          <p:cNvSpPr/>
          <p:nvPr/>
        </p:nvSpPr>
        <p:spPr>
          <a:xfrm>
            <a:off x="10012874" y="4870952"/>
            <a:ext cx="914660" cy="604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EA1856-D422-1B6C-553F-FBEBD18E7D68}"/>
              </a:ext>
            </a:extLst>
          </p:cNvPr>
          <p:cNvSpPr/>
          <p:nvPr/>
        </p:nvSpPr>
        <p:spPr>
          <a:xfrm>
            <a:off x="7541819" y="3039326"/>
            <a:ext cx="1154208" cy="3520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20182B-1345-C634-B06D-D0F816783DF7}"/>
              </a:ext>
            </a:extLst>
          </p:cNvPr>
          <p:cNvSpPr/>
          <p:nvPr/>
        </p:nvSpPr>
        <p:spPr>
          <a:xfrm>
            <a:off x="2438474" y="4998535"/>
            <a:ext cx="1795008" cy="4710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5F4C98-F56F-6BB4-CA81-D607772402EC}"/>
              </a:ext>
            </a:extLst>
          </p:cNvPr>
          <p:cNvSpPr/>
          <p:nvPr/>
        </p:nvSpPr>
        <p:spPr>
          <a:xfrm>
            <a:off x="7549010" y="3365369"/>
            <a:ext cx="3219229" cy="36097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55E8BB-3E9B-591D-8244-A7CA4F554DDF}"/>
              </a:ext>
            </a:extLst>
          </p:cNvPr>
          <p:cNvSpPr/>
          <p:nvPr/>
        </p:nvSpPr>
        <p:spPr>
          <a:xfrm>
            <a:off x="4503113" y="4998535"/>
            <a:ext cx="2528962" cy="4710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73A400CB-4F96-9ADE-3209-621EAD444D57}"/>
              </a:ext>
            </a:extLst>
          </p:cNvPr>
          <p:cNvSpPr txBox="1">
            <a:spLocks/>
          </p:cNvSpPr>
          <p:nvPr/>
        </p:nvSpPr>
        <p:spPr>
          <a:xfrm>
            <a:off x="8033729" y="5517453"/>
            <a:ext cx="4053871" cy="962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현재상태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 , setter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함수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 ]</a:t>
            </a:r>
            <a:b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altLang="ko-KR" sz="2000" dirty="0" err="1">
                <a:solidFill>
                  <a:schemeClr val="bg1">
                    <a:lumMod val="50000"/>
                  </a:schemeClr>
                </a:solidFill>
              </a:rPr>
              <a:t>useState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는 배열 반환</a:t>
            </a:r>
          </a:p>
        </p:txBody>
      </p:sp>
    </p:spTree>
    <p:extLst>
      <p:ext uri="{BB962C8B-B14F-4D97-AF65-F5344CB8AC3E}">
        <p14:creationId xmlns:p14="http://schemas.microsoft.com/office/powerpoint/2010/main" val="1582390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3DDD5-44A3-4F44-43C3-65379088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E909-BEFD-4A9C-BB36-F9A91296299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389860-8342-055A-2E20-853E187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50AAEC-7E0B-A789-02BD-F4B3E84A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1AE242-E909-79D8-B5AC-A85E9480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877" y="1565213"/>
            <a:ext cx="6368245" cy="439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5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State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[State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48270126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1544</TotalTime>
  <Words>767</Words>
  <Application>Microsoft Office PowerPoint</Application>
  <PresentationFormat>와이드스크린</PresentationFormat>
  <Paragraphs>184</Paragraphs>
  <Slides>21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Pretendard GOV</vt:lpstr>
      <vt:lpstr>맑은 고딕</vt:lpstr>
      <vt:lpstr>Arial</vt:lpstr>
      <vt:lpstr>3_Office 테마</vt:lpstr>
      <vt:lpstr>웹 개발자 부트캠프 과정</vt:lpstr>
      <vt:lpstr>Props</vt:lpstr>
      <vt:lpstr>props란?</vt:lpstr>
      <vt:lpstr>함수형 컴포넌트 props</vt:lpstr>
      <vt:lpstr>defaultProps</vt:lpstr>
      <vt:lpstr>props.children</vt:lpstr>
      <vt:lpstr>propTypes</vt:lpstr>
      <vt:lpstr>클래스형 컴포넌트 props</vt:lpstr>
      <vt:lpstr>클래스형 컴포넌트 props</vt:lpstr>
      <vt:lpstr>실습.   JSX 실습</vt:lpstr>
      <vt:lpstr>실습.   Props 실습</vt:lpstr>
      <vt:lpstr>State</vt:lpstr>
      <vt:lpstr>state란?</vt:lpstr>
      <vt:lpstr>state vs. props </vt:lpstr>
      <vt:lpstr>클래스형 컴포넌트의 state </vt:lpstr>
      <vt:lpstr>클래스형 컴포넌트의 state </vt:lpstr>
      <vt:lpstr>함수형 컴포넌트의 state</vt:lpstr>
      <vt:lpstr>함수형 컴포넌트의 useState()</vt:lpstr>
      <vt:lpstr>함수형 컴포넌트의 useState()</vt:lpstr>
      <vt:lpstr>함수형 컴포넌트의 useState()</vt:lpstr>
      <vt:lpstr>실습.   State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124</cp:revision>
  <dcterms:created xsi:type="dcterms:W3CDTF">2022-06-26T11:10:22Z</dcterms:created>
  <dcterms:modified xsi:type="dcterms:W3CDTF">2024-08-05T07:04:04Z</dcterms:modified>
</cp:coreProperties>
</file>