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7"/>
  </p:notesMasterIdLst>
  <p:sldIdLst>
    <p:sldId id="675" r:id="rId2"/>
    <p:sldId id="682" r:id="rId3"/>
    <p:sldId id="683" r:id="rId4"/>
    <p:sldId id="685" r:id="rId5"/>
    <p:sldId id="684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C173"/>
    <a:srgbClr val="F9A130"/>
    <a:srgbClr val="F99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6" autoAdjust="0"/>
    <p:restoredTop sz="72443" autoAdjust="0"/>
  </p:normalViewPr>
  <p:slideViewPr>
    <p:cSldViewPr snapToGrid="0">
      <p:cViewPr varScale="1">
        <p:scale>
          <a:sx n="80" d="100"/>
          <a:sy n="80" d="100"/>
        </p:scale>
        <p:origin x="9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218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598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182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44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855475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36735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271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43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777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938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73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95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349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686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466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968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rioncactus/pretendard/releases/download/v1.3.9/PretendardGOV-1.3.9.zip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CodingOn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790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932203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5C6785D-8A63-058E-7CAC-D4B5091B5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폰트</a:t>
            </a:r>
            <a:r>
              <a:rPr lang="en-US" altLang="ko-KR" dirty="0"/>
              <a:t>: </a:t>
            </a:r>
            <a:r>
              <a:rPr lang="en-US" altLang="ko-KR" dirty="0" err="1"/>
              <a:t>Pretendard</a:t>
            </a:r>
            <a:r>
              <a:rPr lang="en-US" altLang="ko-KR" dirty="0"/>
              <a:t> GOV</a:t>
            </a:r>
          </a:p>
          <a:p>
            <a:r>
              <a:rPr lang="ko-KR" altLang="en-US" dirty="0"/>
              <a:t>설치 링크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https://github.com/orioncactus/pretendard/releases/download/v1.3.9/PretendardGOV-1.3.9.zip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폰트 크기는 최소 </a:t>
            </a:r>
            <a:r>
              <a:rPr lang="en-US" altLang="ko-KR" dirty="0"/>
              <a:t>22 </a:t>
            </a:r>
            <a:r>
              <a:rPr lang="ko-KR" altLang="en-US" dirty="0"/>
              <a:t>권장</a:t>
            </a:r>
            <a:endParaRPr lang="en-US" altLang="ko-KR" dirty="0"/>
          </a:p>
          <a:p>
            <a:pPr marL="0" indent="0">
              <a:buNone/>
            </a:pPr>
            <a:endParaRPr lang="en-US" altLang="ko-KR" dirty="0">
              <a:solidFill>
                <a:schemeClr val="accent1"/>
              </a:solidFill>
            </a:endParaRP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2F51E6B-C94F-20C2-DACA-D5C3879A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C4398E-BAB8-972B-A33F-EC54100F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A0A46C6D-ED42-557D-F9DB-CEF3E7253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3012116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5C6785D-8A63-058E-7CAC-D4B5091B5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색상 </a:t>
            </a:r>
            <a:r>
              <a:rPr lang="en-US" altLang="ko-KR" dirty="0">
                <a:solidFill>
                  <a:schemeClr val="accent1"/>
                </a:solidFill>
              </a:rPr>
              <a:t>1</a:t>
            </a:r>
          </a:p>
          <a:p>
            <a:r>
              <a:rPr lang="ko-KR" altLang="en-US" dirty="0">
                <a:solidFill>
                  <a:schemeClr val="accent2"/>
                </a:solidFill>
              </a:rPr>
              <a:t>색상 </a:t>
            </a:r>
            <a:r>
              <a:rPr lang="en-US" altLang="ko-KR" dirty="0">
                <a:solidFill>
                  <a:schemeClr val="accent2"/>
                </a:solidFill>
              </a:rPr>
              <a:t>2</a:t>
            </a:r>
          </a:p>
          <a:p>
            <a:r>
              <a:rPr lang="ko-KR" altLang="en-US" dirty="0">
                <a:solidFill>
                  <a:schemeClr val="accent3"/>
                </a:solidFill>
              </a:rPr>
              <a:t>색상 </a:t>
            </a:r>
            <a:r>
              <a:rPr lang="en-US" altLang="ko-KR" dirty="0">
                <a:solidFill>
                  <a:schemeClr val="accent3"/>
                </a:solidFill>
              </a:rPr>
              <a:t>3</a:t>
            </a:r>
          </a:p>
          <a:p>
            <a:r>
              <a:rPr lang="ko-KR" altLang="en-US" dirty="0">
                <a:solidFill>
                  <a:schemeClr val="accent4"/>
                </a:solidFill>
              </a:rPr>
              <a:t>색상 </a:t>
            </a:r>
            <a:r>
              <a:rPr lang="en-US" altLang="ko-KR" dirty="0">
                <a:solidFill>
                  <a:schemeClr val="accent4"/>
                </a:solidFill>
              </a:rPr>
              <a:t>4</a:t>
            </a:r>
          </a:p>
          <a:p>
            <a:r>
              <a:rPr lang="ko-KR" altLang="en-US" dirty="0">
                <a:solidFill>
                  <a:schemeClr val="accent5"/>
                </a:solidFill>
              </a:rPr>
              <a:t>색상 </a:t>
            </a:r>
            <a:r>
              <a:rPr lang="en-US" altLang="ko-KR" dirty="0">
                <a:solidFill>
                  <a:schemeClr val="accent5"/>
                </a:solidFill>
              </a:rPr>
              <a:t>5 </a:t>
            </a:r>
          </a:p>
          <a:p>
            <a:r>
              <a:rPr lang="ko-KR" altLang="en-US" dirty="0">
                <a:solidFill>
                  <a:schemeClr val="accent6"/>
                </a:solidFill>
              </a:rPr>
              <a:t>색상 </a:t>
            </a:r>
            <a:r>
              <a:rPr lang="en-US" altLang="ko-KR" dirty="0">
                <a:solidFill>
                  <a:schemeClr val="accent6"/>
                </a:solidFill>
              </a:rPr>
              <a:t>6</a:t>
            </a:r>
          </a:p>
          <a:p>
            <a:r>
              <a:rPr lang="ko-KR" altLang="en-US" dirty="0">
                <a:solidFill>
                  <a:schemeClr val="tx2"/>
                </a:solidFill>
              </a:rPr>
              <a:t>색상 </a:t>
            </a:r>
            <a:r>
              <a:rPr lang="en-US" altLang="ko-KR" dirty="0">
                <a:solidFill>
                  <a:schemeClr val="tx2"/>
                </a:solidFill>
              </a:rPr>
              <a:t>7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2F51E6B-C94F-20C2-DACA-D5C3879A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C4398E-BAB8-972B-A33F-EC54100F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A0A46C6D-ED42-557D-F9DB-CEF3E7253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테마 색</a:t>
            </a:r>
          </a:p>
        </p:txBody>
      </p:sp>
    </p:spTree>
    <p:extLst>
      <p:ext uri="{BB962C8B-B14F-4D97-AF65-F5344CB8AC3E}">
        <p14:creationId xmlns:p14="http://schemas.microsoft.com/office/powerpoint/2010/main" val="3478371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A41C01B-173C-09D7-9D37-BC070FC4E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문제 설명</a:t>
            </a:r>
            <a:endParaRPr lang="en-US" altLang="ko-KR" dirty="0"/>
          </a:p>
          <a:p>
            <a:r>
              <a:rPr lang="ko-KR" altLang="en-US" dirty="0"/>
              <a:t>실습 이미지 첨부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34BB7F-8267-8F4F-3DA5-92BBB7B45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F84638-7896-77A4-3AE4-0EAFA3D8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6FD4D993-7B2C-C44B-874D-0B959578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. </a:t>
            </a:r>
            <a:r>
              <a:rPr lang="ko-KR" altLang="en-US" dirty="0"/>
              <a:t>실습문제 </a:t>
            </a:r>
          </a:p>
        </p:txBody>
      </p:sp>
    </p:spTree>
    <p:extLst>
      <p:ext uri="{BB962C8B-B14F-4D97-AF65-F5344CB8AC3E}">
        <p14:creationId xmlns:p14="http://schemas.microsoft.com/office/powerpoint/2010/main" val="1751758174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GOV">
      <a:majorFont>
        <a:latin typeface="PretendardGOV"/>
        <a:ea typeface="PretendardGOV"/>
        <a:cs typeface=""/>
      </a:majorFont>
      <a:minorFont>
        <a:latin typeface="PretendardGOV"/>
        <a:ea typeface="Pretendard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1143</TotalTime>
  <Words>76</Words>
  <Application>Microsoft Office PowerPoint</Application>
  <PresentationFormat>와이드스크린</PresentationFormat>
  <Paragraphs>31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PretendardGOV</vt:lpstr>
      <vt:lpstr>맑은 고딕</vt:lpstr>
      <vt:lpstr>Arial</vt:lpstr>
      <vt:lpstr>3_Office 테마</vt:lpstr>
      <vt:lpstr>웹 개발자 부트캠프 과정</vt:lpstr>
      <vt:lpstr>파트 제목</vt:lpstr>
      <vt:lpstr>제목</vt:lpstr>
      <vt:lpstr>테마 색</vt:lpstr>
      <vt:lpstr>실습. 실습문제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143</cp:revision>
  <dcterms:created xsi:type="dcterms:W3CDTF">2022-06-26T11:10:22Z</dcterms:created>
  <dcterms:modified xsi:type="dcterms:W3CDTF">2024-05-10T09:57:23Z</dcterms:modified>
</cp:coreProperties>
</file>