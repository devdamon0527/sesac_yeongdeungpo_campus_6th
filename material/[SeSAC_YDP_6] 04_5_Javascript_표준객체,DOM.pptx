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58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78" r:id="rId49"/>
    <p:sldId id="373" r:id="rId50"/>
    <p:sldId id="280" r:id="rId51"/>
    <p:sldId id="281" r:id="rId52"/>
    <p:sldId id="282" r:id="rId53"/>
    <p:sldId id="379" r:id="rId54"/>
    <p:sldId id="380" r:id="rId55"/>
    <p:sldId id="381" r:id="rId56"/>
    <p:sldId id="382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45" autoAdjust="0"/>
    <p:restoredTop sz="72154" autoAdjust="0"/>
  </p:normalViewPr>
  <p:slideViewPr>
    <p:cSldViewPr snapToGrid="0">
      <p:cViewPr varScale="1">
        <p:scale>
          <a:sx n="70" d="100"/>
          <a:sy n="70" d="100"/>
        </p:scale>
        <p:origin x="254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highlight>
                  <a:srgbClr val="FFFF00"/>
                </a:highlight>
              </a:rPr>
              <a:t>변수 선언 안하고 메소드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1829" y="24116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7B2092-7319-43BF-4B4D-0C4C61537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48" y="1758043"/>
            <a:ext cx="4853140" cy="354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주말과 평일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난수</a:t>
            </a:r>
            <a:r>
              <a:rPr lang="ko-KR" altLang="en-US" dirty="0"/>
              <a:t> 생성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en-US" altLang="ko-KR" dirty="0" err="1"/>
              <a:t>TodoList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아이스크림 베스트</a:t>
            </a:r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2002</TotalTime>
  <Words>3000</Words>
  <Application>Microsoft Office PowerPoint</Application>
  <PresentationFormat>와이드스크린</PresentationFormat>
  <Paragraphs>635</Paragraphs>
  <Slides>56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6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153</cp:revision>
  <dcterms:created xsi:type="dcterms:W3CDTF">2022-06-26T11:10:22Z</dcterms:created>
  <dcterms:modified xsi:type="dcterms:W3CDTF">2024-06-10T01:31:48Z</dcterms:modified>
</cp:coreProperties>
</file>