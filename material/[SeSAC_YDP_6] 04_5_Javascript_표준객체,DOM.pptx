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60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19" r:id="rId49"/>
    <p:sldId id="350" r:id="rId50"/>
    <p:sldId id="378" r:id="rId51"/>
    <p:sldId id="373" r:id="rId52"/>
    <p:sldId id="280" r:id="rId53"/>
    <p:sldId id="281" r:id="rId54"/>
    <p:sldId id="282" r:id="rId55"/>
    <p:sldId id="379" r:id="rId56"/>
    <p:sldId id="380" r:id="rId57"/>
    <p:sldId id="381" r:id="rId58"/>
    <p:sldId id="382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154" autoAdjust="0"/>
  </p:normalViewPr>
  <p:slideViewPr>
    <p:cSldViewPr snapToGrid="0">
      <p:cViewPr varScale="1">
        <p:scale>
          <a:sx n="84" d="100"/>
          <a:sy n="84" d="100"/>
        </p:scale>
        <p:origin x="832" y="6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713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highlight>
                  <a:srgbClr val="FFFF00"/>
                </a:highlight>
              </a:rPr>
              <a:t>변수 선언 안하고 메소드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주말과 평일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난수</a:t>
            </a:r>
            <a:r>
              <a:rPr lang="ko-KR" altLang="en-US" dirty="0"/>
              <a:t> 생성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en-US" altLang="ko-KR" dirty="0" err="1"/>
              <a:t>TodoList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683" y="3756086"/>
            <a:ext cx="10288475" cy="255815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1)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 </a:t>
            </a:r>
            <a:r>
              <a:rPr lang="ko-KR" altLang="en-US" dirty="0"/>
              <a:t>값 가져와</a:t>
            </a:r>
            <a:r>
              <a:rPr lang="en-US" altLang="ko-KR" dirty="0"/>
              <a:t> </a:t>
            </a:r>
            <a:r>
              <a:rPr lang="ko-KR" altLang="en-US" dirty="0"/>
              <a:t>변수에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ko-KR" altLang="en-US" sz="2400" dirty="0"/>
              <a:t>변수 </a:t>
            </a:r>
            <a:r>
              <a:rPr lang="en-US" altLang="ko-KR" sz="2400" dirty="0"/>
              <a:t>= </a:t>
            </a:r>
            <a:r>
              <a:rPr lang="en-US" altLang="ko-KR" sz="2400" dirty="0" err="1"/>
              <a:t>document.getElementById</a:t>
            </a:r>
            <a:r>
              <a:rPr lang="en-US" altLang="ko-KR" sz="2400" dirty="0"/>
              <a:t>(“value1”).value;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2)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</a:t>
            </a:r>
            <a:r>
              <a:rPr lang="ko-KR" altLang="en-US" dirty="0"/>
              <a:t>에 값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en-US" altLang="ko-KR" sz="2400" b="0" dirty="0" err="1">
                <a:effectLst/>
                <a:latin typeface="+mn-ea"/>
              </a:rPr>
              <a:t>document.getElementById</a:t>
            </a:r>
            <a:r>
              <a:rPr lang="en-US" altLang="ko-KR" sz="2400" b="0" dirty="0">
                <a:effectLst/>
                <a:latin typeface="+mn-ea"/>
              </a:rPr>
              <a:t>(“</a:t>
            </a:r>
            <a:r>
              <a:rPr lang="en-US" altLang="ko-KR" sz="2400" dirty="0">
                <a:latin typeface="+mn-ea"/>
              </a:rPr>
              <a:t>value1</a:t>
            </a:r>
            <a:r>
              <a:rPr lang="en-US" altLang="ko-KR" sz="2400" b="0" dirty="0">
                <a:effectLst/>
                <a:latin typeface="+mn-ea"/>
              </a:rPr>
              <a:t>").value = </a:t>
            </a:r>
            <a:r>
              <a:rPr lang="ko-KR" altLang="en-US" sz="2400" dirty="0">
                <a:latin typeface="+mn-ea"/>
              </a:rPr>
              <a:t>값</a:t>
            </a:r>
            <a:r>
              <a:rPr lang="en-US" altLang="ko-KR" sz="2400" b="0" dirty="0">
                <a:effectLst/>
                <a:latin typeface="+mn-ea"/>
              </a:rPr>
              <a:t>;</a:t>
            </a:r>
            <a:endParaRPr lang="en-US" altLang="ko-KR" b="0" dirty="0"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94F4-268E-4B47-97B8-5DBF3FCF6BB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간단 계산기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093B82-51F4-97A7-316A-66868CF5CF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763"/>
          <a:stretch/>
        </p:blipFill>
        <p:spPr>
          <a:xfrm>
            <a:off x="584986" y="1191807"/>
            <a:ext cx="5511014" cy="2564279"/>
          </a:xfrm>
          <a:prstGeom prst="rect">
            <a:avLst/>
          </a:prstGeom>
        </p:spPr>
      </p:pic>
      <p:sp>
        <p:nvSpPr>
          <p:cNvPr id="7" name="화살표: 왼쪽 6">
            <a:extLst>
              <a:ext uri="{FF2B5EF4-FFF2-40B4-BE49-F238E27FC236}">
                <a16:creationId xmlns:a16="http://schemas.microsoft.com/office/drawing/2014/main" id="{0E6C8091-BE65-CFE5-C1FF-AC0096915AC5}"/>
              </a:ext>
            </a:extLst>
          </p:cNvPr>
          <p:cNvSpPr/>
          <p:nvPr/>
        </p:nvSpPr>
        <p:spPr>
          <a:xfrm>
            <a:off x="4298168" y="1441550"/>
            <a:ext cx="414469" cy="32035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156985-C1CE-96B0-184D-062EB07F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637" y="1332243"/>
            <a:ext cx="7315290" cy="59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37" y="3429000"/>
            <a:ext cx="6705602" cy="28852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작성자와 내용을 쓰고 </a:t>
            </a:r>
            <a:r>
              <a:rPr lang="en-US" altLang="ko-KR" b="0" dirty="0">
                <a:effectLst/>
                <a:latin typeface="+mn-ea"/>
              </a:rPr>
              <a:t>“</a:t>
            </a:r>
            <a:r>
              <a:rPr lang="ko-KR" altLang="en-US" b="0" dirty="0">
                <a:effectLst/>
                <a:latin typeface="+mn-ea"/>
              </a:rPr>
              <a:t>작성</a:t>
            </a:r>
            <a:r>
              <a:rPr lang="en-US" altLang="ko-KR" b="0" dirty="0">
                <a:effectLst/>
                <a:latin typeface="+mn-ea"/>
              </a:rPr>
              <a:t>“ </a:t>
            </a:r>
            <a:r>
              <a:rPr lang="ko-KR" altLang="en-US" b="0" dirty="0">
                <a:effectLst/>
                <a:latin typeface="+mn-ea"/>
              </a:rPr>
              <a:t>을 누르면 아래 </a:t>
            </a:r>
            <a:r>
              <a:rPr lang="en-US" altLang="ko-KR" b="0" dirty="0">
                <a:effectLst/>
                <a:latin typeface="+mn-ea"/>
              </a:rPr>
              <a:t>table</a:t>
            </a:r>
            <a:r>
              <a:rPr lang="ko-KR" altLang="en-US" b="0" dirty="0">
                <a:effectLst/>
                <a:latin typeface="+mn-ea"/>
              </a:rPr>
              <a:t> 에 추가</a:t>
            </a:r>
            <a:endParaRPr lang="en-US" altLang="ko-KR" b="0" dirty="0">
              <a:effectLst/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이때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작성일은 작성한 시간이 되어야 한다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625C5-EB1E-432B-A1EC-7DC8377B728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방명록 만들기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957CB8-00A6-4AA5-D0B3-4903F1EAE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" y="1246898"/>
            <a:ext cx="4791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62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아이스크림 베스트</a:t>
            </a:r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1993</TotalTime>
  <Words>3084</Words>
  <Application>Microsoft Office PowerPoint</Application>
  <PresentationFormat>와이드스크린</PresentationFormat>
  <Paragraphs>650</Paragraphs>
  <Slides>58</Slides>
  <Notes>55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간단 계산기 만들기</vt:lpstr>
      <vt:lpstr>실습. 방명록 만들기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151</cp:revision>
  <dcterms:created xsi:type="dcterms:W3CDTF">2022-06-26T11:10:22Z</dcterms:created>
  <dcterms:modified xsi:type="dcterms:W3CDTF">2024-06-03T10:09:04Z</dcterms:modified>
</cp:coreProperties>
</file>