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5" r:id="rId1"/>
  </p:sldMasterIdLst>
  <p:notesMasterIdLst>
    <p:notesMasterId r:id="rId10"/>
  </p:notesMasterIdLst>
  <p:sldIdLst>
    <p:sldId id="268" r:id="rId2"/>
    <p:sldId id="269" r:id="rId3"/>
    <p:sldId id="259" r:id="rId4"/>
    <p:sldId id="262" r:id="rId5"/>
    <p:sldId id="263" r:id="rId6"/>
    <p:sldId id="261" r:id="rId7"/>
    <p:sldId id="260" r:id="rId8"/>
    <p:sldId id="287" r:id="rId9"/>
  </p:sldIdLst>
  <p:sldSz cx="12192000" cy="6858000"/>
  <p:notesSz cx="6858000" cy="9144000"/>
  <p:embeddedFontLst>
    <p:embeddedFont>
      <p:font typeface="Pretendard GOV" panose="02000503000000020004" pitchFamily="2" charset="-127"/>
      <p:regular r:id="rId11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5A2D2-62E0-4E18-9132-A2AABAD66A35}" type="datetimeFigureOut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1C238-B380-46DF-8BC5-D0FC904BBC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06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98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797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3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17027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4811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17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02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33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93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55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87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73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785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5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3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53175-BE8E-E023-4244-F5F2317AE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6A246E-FB6A-5321-0337-084276D1D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0CE7-4B81-20AA-262B-0BF99600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58A94-1DC2-850F-3381-EFE96E63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275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9월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</p:spTree>
    <p:extLst>
      <p:ext uri="{BB962C8B-B14F-4D97-AF65-F5344CB8AC3E}">
        <p14:creationId xmlns:p14="http://schemas.microsoft.com/office/powerpoint/2010/main" val="24053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컴파일 오류와 다름</a:t>
            </a:r>
            <a:r>
              <a:rPr lang="en-US" altLang="ko-KR" sz="2400" dirty="0"/>
              <a:t>!</a:t>
            </a:r>
          </a:p>
          <a:p>
            <a:pPr lvl="1"/>
            <a:r>
              <a:rPr lang="ko-KR" altLang="en-US" sz="2000" dirty="0"/>
              <a:t>컴파일 오류는 문법에 맞지 않게 작성된 코드가 있을 때 발생</a:t>
            </a:r>
            <a:endParaRPr lang="en-US" altLang="ko-KR" sz="2000" dirty="0"/>
          </a:p>
          <a:p>
            <a:pPr lvl="1"/>
            <a:r>
              <a:rPr lang="ko-KR" altLang="en-US" sz="2000" dirty="0"/>
              <a:t>컴파일 할 때 발견되기 때문에</a:t>
            </a:r>
            <a:r>
              <a:rPr lang="en-US" altLang="ko-KR" sz="2000" dirty="0"/>
              <a:t> </a:t>
            </a:r>
            <a:r>
              <a:rPr lang="ko-KR" altLang="en-US" sz="2000" dirty="0"/>
              <a:t>코드가 실행조차 되지 않음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 err="1"/>
              <a:t>예외란</a:t>
            </a:r>
            <a:r>
              <a:rPr lang="ko-KR" altLang="en-US" sz="2400" dirty="0"/>
              <a:t> 프로그램 실행 중에 의도치 않는 결과가 나오는 것을 의미</a:t>
            </a:r>
            <a:endParaRPr lang="en-US" altLang="ko-KR" sz="2400" dirty="0"/>
          </a:p>
          <a:p>
            <a:r>
              <a:rPr lang="ko-KR" altLang="en-US" sz="2400" dirty="0"/>
              <a:t>예외를 처리하고 방지하는 것 </a:t>
            </a:r>
            <a:r>
              <a:rPr lang="en-US" altLang="ko-KR" sz="2400" dirty="0"/>
              <a:t>-&gt; </a:t>
            </a:r>
            <a:r>
              <a:rPr lang="ko-KR" altLang="en-US" sz="2400" dirty="0"/>
              <a:t>예외처리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예외처리</a:t>
            </a:r>
          </a:p>
        </p:txBody>
      </p:sp>
    </p:spTree>
    <p:extLst>
      <p:ext uri="{BB962C8B-B14F-4D97-AF65-F5344CB8AC3E}">
        <p14:creationId xmlns:p14="http://schemas.microsoft.com/office/powerpoint/2010/main" val="388643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29803-FAD6-1943-0A96-C321545E2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숫자를 </a:t>
            </a:r>
            <a:r>
              <a:rPr lang="en-US" altLang="ko-KR" sz="2400" dirty="0"/>
              <a:t>0 </a:t>
            </a:r>
            <a:r>
              <a:rPr lang="ko-KR" altLang="en-US" sz="2400" dirty="0"/>
              <a:t>으로 나누는 경우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ArithmeticException</a:t>
            </a:r>
            <a:r>
              <a:rPr lang="en-US" altLang="ko-KR" sz="2000" dirty="0"/>
              <a:t>)</a:t>
            </a:r>
          </a:p>
          <a:p>
            <a:r>
              <a:rPr lang="ko-KR" altLang="en-US" sz="2400" dirty="0"/>
              <a:t>배열의 인덱스 범위를 벗어나는 경우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ArrayIndexOutOfBoundsException</a:t>
            </a:r>
            <a:r>
              <a:rPr lang="en-US" altLang="ko-KR" sz="2000" dirty="0"/>
              <a:t>)</a:t>
            </a:r>
          </a:p>
          <a:p>
            <a:r>
              <a:rPr lang="ko-KR" altLang="en-US" sz="2400" dirty="0"/>
              <a:t>정수를 </a:t>
            </a:r>
            <a:r>
              <a:rPr lang="ko-KR" altLang="en-US" sz="2400" dirty="0" err="1"/>
              <a:t>입력받도록</a:t>
            </a:r>
            <a:r>
              <a:rPr lang="ko-KR" altLang="en-US" sz="2400" dirty="0"/>
              <a:t> 작성한 코드에 문자열을 입력한 경우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InputMismatchException</a:t>
            </a:r>
            <a:r>
              <a:rPr lang="en-US" altLang="ko-KR" sz="2000" dirty="0"/>
              <a:t>) </a:t>
            </a:r>
          </a:p>
          <a:p>
            <a:pPr lvl="1"/>
            <a:r>
              <a:rPr lang="en-US" altLang="ko-KR" sz="2000" dirty="0"/>
              <a:t>import </a:t>
            </a:r>
            <a:r>
              <a:rPr lang="ko-KR" altLang="en-US" sz="2000" dirty="0"/>
              <a:t>필요</a:t>
            </a:r>
            <a:endParaRPr lang="en-US" altLang="ko-KR" sz="2000" dirty="0"/>
          </a:p>
          <a:p>
            <a:pPr lvl="1"/>
            <a:r>
              <a:rPr lang="en-US" altLang="ko-KR" sz="2000" dirty="0"/>
              <a:t>import </a:t>
            </a:r>
            <a:r>
              <a:rPr lang="en-US" altLang="ko-KR" sz="2000" dirty="0" err="1"/>
              <a:t>java.util.InputMismatchException</a:t>
            </a:r>
            <a:r>
              <a:rPr lang="en-US" altLang="ko-KR" sz="2000" dirty="0"/>
              <a:t>; </a:t>
            </a:r>
          </a:p>
          <a:p>
            <a:r>
              <a:rPr lang="ko-KR" altLang="en-US" sz="2400" dirty="0"/>
              <a:t>참조 변수가 </a:t>
            </a:r>
            <a:r>
              <a:rPr lang="en-US" altLang="ko-KR" sz="2400" dirty="0"/>
              <a:t>null</a:t>
            </a:r>
            <a:r>
              <a:rPr lang="ko-KR" altLang="en-US" sz="2400" dirty="0"/>
              <a:t>인 상태에서 필드나 </a:t>
            </a:r>
            <a:r>
              <a:rPr lang="ko-KR" altLang="en-US" sz="2400" dirty="0" err="1"/>
              <a:t>메소드에</a:t>
            </a:r>
            <a:r>
              <a:rPr lang="ko-KR" altLang="en-US" sz="2400" dirty="0"/>
              <a:t> 접근한 경우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NullPointerException</a:t>
            </a:r>
            <a:r>
              <a:rPr lang="en-US" altLang="ko-KR" sz="20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예외가 발생하는 경우</a:t>
            </a:r>
          </a:p>
        </p:txBody>
      </p:sp>
    </p:spTree>
    <p:extLst>
      <p:ext uri="{BB962C8B-B14F-4D97-AF65-F5344CB8AC3E}">
        <p14:creationId xmlns:p14="http://schemas.microsoft.com/office/powerpoint/2010/main" val="123181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C7B80-B97C-0763-6B5A-9F454A4EA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DE28A-2746-8A48-D030-BEC84359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1461C3-8E8D-AF48-0EBF-9461ACDE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AA1364F-905B-2BF4-285B-C4C954D3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try-catch-finally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9115D6-63AF-DC0B-25B5-6B01E0E69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30" y="2437134"/>
            <a:ext cx="7782926" cy="340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4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600A49A-FB11-4F4F-3847-8635C15A7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617" y="2251680"/>
            <a:ext cx="8163528" cy="1325563"/>
          </a:xfr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발생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E8CCF4-3F09-E58E-74B1-FE193AA4A7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2" t="5054" b="-1"/>
          <a:stretch/>
        </p:blipFill>
        <p:spPr>
          <a:xfrm>
            <a:off x="961901" y="4055422"/>
            <a:ext cx="9126754" cy="6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1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522284-B88E-A9AD-2A13-90DA5051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7A22C-65A3-484B-AF1E-9F8BD90A2FC7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FC9D13-96F1-8501-9E9D-70C46392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252E22-5AD8-21D5-3886-F58B0A51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예외 처리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9DB149-28EA-A3FB-3D43-8505E77C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46" y="1766739"/>
            <a:ext cx="8456108" cy="370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2024-09-23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Java </a:t>
            </a:r>
            <a:r>
              <a:rPr lang="ko-KR" altLang="en-US" dirty="0"/>
              <a:t>예외처리 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Java, Spring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Java </a:t>
            </a:r>
            <a:r>
              <a:rPr lang="ko-KR" altLang="en-US" sz="2800" b="1" dirty="0"/>
              <a:t>예외처리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[1~3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185420974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Words>151</Words>
  <Application>Microsoft Office PowerPoint</Application>
  <PresentationFormat>와이드스크린</PresentationFormat>
  <Paragraphs>46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Pretendard GOV</vt:lpstr>
      <vt:lpstr>맑은 고딕</vt:lpstr>
      <vt:lpstr>Arial</vt:lpstr>
      <vt:lpstr>3_Office 테마</vt:lpstr>
      <vt:lpstr>웹 개발자 부트캠프 과정</vt:lpstr>
      <vt:lpstr>예외 처리</vt:lpstr>
      <vt:lpstr>예외처리</vt:lpstr>
      <vt:lpstr>예외가 발생하는 경우</vt:lpstr>
      <vt:lpstr>try-catch-finally</vt:lpstr>
      <vt:lpstr>예외 발생</vt:lpstr>
      <vt:lpstr>예외 처리</vt:lpstr>
      <vt:lpstr>실습.   Java 예외처리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</dc:title>
  <dc:creator>김소연</dc:creator>
  <cp:lastModifiedBy>On Coding</cp:lastModifiedBy>
  <cp:revision>224</cp:revision>
  <dcterms:created xsi:type="dcterms:W3CDTF">2022-11-03T08:36:48Z</dcterms:created>
  <dcterms:modified xsi:type="dcterms:W3CDTF">2024-09-23T01:41:34Z</dcterms:modified>
</cp:coreProperties>
</file>