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73684" autoAdjust="0"/>
  </p:normalViewPr>
  <p:slideViewPr>
    <p:cSldViewPr snapToGrid="0">
      <p:cViewPr varScale="1">
        <p:scale>
          <a:sx n="81" d="100"/>
          <a:sy n="81" d="100"/>
        </p:scale>
        <p:origin x="9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HTML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onClickEvent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()" -&gt;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 형식의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호출문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등록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JS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addEventListener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('click',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onClickEvent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괄호를 없애 함수를 바로 실행하지 않고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 발생 했을 때 함수가 호출되도록 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React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onClickEvent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-&gt; JS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동일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10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370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링크 들어가서 나오는 코드 보면서 설명해주기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561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 err="1"/>
              <a:t>js</a:t>
            </a:r>
            <a:r>
              <a:rPr lang="ko-KR" altLang="en-US" baseline="0" dirty="0"/>
              <a:t>에서 클래스 메서드는 기본적으로 </a:t>
            </a:r>
            <a:r>
              <a:rPr lang="ko-KR" altLang="en-US" baseline="0" dirty="0" err="1"/>
              <a:t>바인딩되어</a:t>
            </a:r>
            <a:r>
              <a:rPr lang="ko-KR" altLang="en-US" baseline="0" dirty="0"/>
              <a:t> 있지 않음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**</a:t>
            </a:r>
          </a:p>
          <a:p>
            <a:r>
              <a:rPr lang="en-US" altLang="ko-KR" baseline="0" dirty="0"/>
              <a:t>‘bind’ </a:t>
            </a:r>
            <a:r>
              <a:rPr lang="ko-KR" altLang="en-US" baseline="0" dirty="0"/>
              <a:t>메서드로 </a:t>
            </a:r>
            <a:r>
              <a:rPr lang="en-US" altLang="ko-KR" baseline="0" dirty="0"/>
              <a:t>‘this’ </a:t>
            </a:r>
            <a:r>
              <a:rPr lang="ko-KR" altLang="en-US" baseline="0" dirty="0"/>
              <a:t>바인딩</a:t>
            </a:r>
            <a:endParaRPr lang="en-US" altLang="ko-KR" baseline="0" dirty="0"/>
          </a:p>
          <a:p>
            <a:endParaRPr lang="en-US" altLang="ko-KR" dirty="0"/>
          </a:p>
          <a:p>
            <a:r>
              <a:rPr lang="en-US" altLang="ko-KR" dirty="0"/>
              <a:t>*** </a:t>
            </a:r>
            <a:r>
              <a:rPr lang="ko-KR" altLang="en-US" dirty="0"/>
              <a:t>바인딩이란</a:t>
            </a:r>
            <a:r>
              <a:rPr lang="en-US" altLang="ko-KR" dirty="0"/>
              <a:t>?</a:t>
            </a:r>
            <a:r>
              <a:rPr lang="en-US" altLang="ko-KR" baseline="0" dirty="0"/>
              <a:t> (Binding)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프로그램의 어떤 기본단위가 가질 수 있는 구성요소의 구체적인 값</a:t>
            </a:r>
            <a:r>
              <a:rPr lang="en-US" altLang="ko-KR" baseline="0" dirty="0"/>
              <a:t>, </a:t>
            </a:r>
            <a:r>
              <a:rPr lang="ko-KR" altLang="en-US" baseline="0" dirty="0"/>
              <a:t>성격을 확정하는 것</a:t>
            </a:r>
            <a:r>
              <a:rPr lang="en-US" altLang="ko-KR" baseline="0" dirty="0"/>
              <a:t>!</a:t>
            </a:r>
          </a:p>
          <a:p>
            <a:pPr marL="171450" indent="-171450">
              <a:buFontTx/>
              <a:buChar char="-"/>
            </a:pPr>
            <a:r>
              <a:rPr lang="en-US" altLang="ko-KR" baseline="0" dirty="0"/>
              <a:t>‘this’</a:t>
            </a:r>
            <a:r>
              <a:rPr lang="ko-KR" altLang="en-US" baseline="0" dirty="0"/>
              <a:t>는 함수가 호출되는 방식에 따라 달라짐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즉</a:t>
            </a:r>
            <a:r>
              <a:rPr lang="en-US" altLang="ko-KR" baseline="0" dirty="0"/>
              <a:t>, ‘this’</a:t>
            </a:r>
            <a:r>
              <a:rPr lang="ko-KR" altLang="en-US" baseline="0" dirty="0"/>
              <a:t>가 무엇을 가리키는지 명확하게 해주기 위해 바인딩이 필요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this</a:t>
            </a:r>
            <a:r>
              <a:rPr lang="ko-KR" altLang="en-US" dirty="0"/>
              <a:t>가 올바른 객체를 가리키도록 설정하는 작업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**</a:t>
            </a:r>
          </a:p>
          <a:p>
            <a:r>
              <a:rPr lang="en-US" altLang="ko-KR" dirty="0"/>
              <a:t>‘bind’ </a:t>
            </a:r>
            <a:r>
              <a:rPr lang="ko-KR" altLang="en-US" dirty="0"/>
              <a:t>피하기 위한 방법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매번 </a:t>
            </a:r>
            <a:r>
              <a:rPr lang="en-US" altLang="ko-KR" dirty="0"/>
              <a:t>‘bind’</a:t>
            </a:r>
            <a:r>
              <a:rPr lang="ko-KR" altLang="en-US" dirty="0"/>
              <a:t>를 사용하는 것이 번거롭다면</a:t>
            </a:r>
            <a:r>
              <a:rPr lang="en-US" altLang="ko-KR" dirty="0"/>
              <a:t>,</a:t>
            </a:r>
          </a:p>
          <a:p>
            <a:pPr marL="0" indent="0">
              <a:buFontTx/>
              <a:buNone/>
            </a:pPr>
            <a:r>
              <a:rPr lang="en-US" altLang="ko-KR" dirty="0"/>
              <a:t>#1</a:t>
            </a:r>
            <a:r>
              <a:rPr lang="en-US" altLang="ko-KR" baseline="0" dirty="0"/>
              <a:t> </a:t>
            </a:r>
            <a:r>
              <a:rPr lang="ko-KR" altLang="en-US" baseline="0" dirty="0"/>
              <a:t>화살표 함수 이용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en-US" altLang="ko-KR" baseline="0" dirty="0"/>
              <a:t>-&gt; </a:t>
            </a:r>
            <a:r>
              <a:rPr lang="ko-KR" altLang="en-US" baseline="0" dirty="0"/>
              <a:t>화살표 함수를 사용하면 </a:t>
            </a:r>
            <a:r>
              <a:rPr lang="en-US" altLang="ko-KR" baseline="0" dirty="0"/>
              <a:t>‘this’</a:t>
            </a:r>
            <a:r>
              <a:rPr lang="ko-KR" altLang="en-US" baseline="0" dirty="0"/>
              <a:t>가 자동으로 바인딩 되므로 </a:t>
            </a:r>
            <a:r>
              <a:rPr lang="en-US" altLang="ko-KR" baseline="0" dirty="0"/>
              <a:t>‘bind’</a:t>
            </a:r>
            <a:r>
              <a:rPr lang="ko-KR" altLang="en-US" baseline="0" dirty="0"/>
              <a:t>를</a:t>
            </a:r>
            <a:r>
              <a:rPr lang="en-US" altLang="ko-KR" baseline="0" dirty="0"/>
              <a:t> </a:t>
            </a:r>
            <a:r>
              <a:rPr lang="ko-KR" altLang="en-US" baseline="0" dirty="0"/>
              <a:t>사용할 필요가 없음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#2 </a:t>
            </a:r>
            <a:r>
              <a:rPr lang="ko-KR" altLang="en-US" baseline="0" dirty="0" err="1"/>
              <a:t>생성자에게</a:t>
            </a:r>
            <a:r>
              <a:rPr lang="ko-KR" altLang="en-US" baseline="0" dirty="0"/>
              <a:t> 바인딩하기</a:t>
            </a: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dirty="0"/>
              <a:t>-&gt; </a:t>
            </a:r>
            <a:r>
              <a:rPr lang="ko-KR" altLang="en-US" dirty="0" err="1"/>
              <a:t>생성자에서</a:t>
            </a:r>
            <a:r>
              <a:rPr lang="ko-KR" altLang="en-US" dirty="0"/>
              <a:t> 한 번만 </a:t>
            </a:r>
            <a:r>
              <a:rPr lang="en-US" altLang="ko-KR" dirty="0"/>
              <a:t>bind</a:t>
            </a:r>
            <a:r>
              <a:rPr lang="ko-KR" altLang="en-US" dirty="0"/>
              <a:t>를 해두면</a:t>
            </a:r>
            <a:r>
              <a:rPr lang="en-US" altLang="ko-KR" dirty="0"/>
              <a:t>, </a:t>
            </a:r>
            <a:r>
              <a:rPr lang="ko-KR" altLang="en-US" dirty="0"/>
              <a:t>나중에 </a:t>
            </a:r>
            <a:r>
              <a:rPr lang="en-US" altLang="ko-KR" dirty="0"/>
              <a:t>render </a:t>
            </a:r>
            <a:r>
              <a:rPr lang="ko-KR" altLang="en-US" dirty="0"/>
              <a:t>메서드에서 반복적으로 </a:t>
            </a:r>
            <a:r>
              <a:rPr lang="en-US" altLang="ko-KR" dirty="0"/>
              <a:t>bind</a:t>
            </a:r>
            <a:r>
              <a:rPr lang="ko-KR" altLang="en-US" dirty="0"/>
              <a:t>할 필요가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07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7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975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612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04_eventhandling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7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83890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3467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6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4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71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1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23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30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60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51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8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1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reference/react-dom/components/common#react-event-objec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 Handling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127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637DE-CA85-54BD-9BB5-8A7EF0E6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</a:t>
            </a:r>
            <a:r>
              <a:rPr lang="en-US" altLang="ko-KR" dirty="0"/>
              <a:t>Event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React</a:t>
            </a:r>
            <a:r>
              <a:rPr lang="ko-KR" altLang="en-US" dirty="0"/>
              <a:t> </a:t>
            </a:r>
            <a:r>
              <a:rPr lang="en-US" altLang="ko-KR" dirty="0"/>
              <a:t>Event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DD245-6FC9-4BCD-9848-9FACA08CE32D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5A017E-5214-A30C-8354-751C00AA9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882" y="1716833"/>
            <a:ext cx="6685230" cy="14639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238AD0-6F39-281E-B688-F32282601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035" y="3744987"/>
            <a:ext cx="6704077" cy="177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6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FB64E-4F00-DC11-FDAA-697E95DDC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React</a:t>
            </a:r>
            <a:r>
              <a:rPr lang="ko-KR" altLang="en-US" dirty="0"/>
              <a:t>의 이벤트는 소문자가 아닌 </a:t>
            </a:r>
            <a:r>
              <a:rPr lang="ko-KR" altLang="en-US" dirty="0">
                <a:solidFill>
                  <a:schemeClr val="accent1"/>
                </a:solidFill>
              </a:rPr>
              <a:t>카멜 케이스</a:t>
            </a:r>
            <a:r>
              <a:rPr lang="en-US" altLang="ko-KR" dirty="0">
                <a:solidFill>
                  <a:schemeClr val="accent1"/>
                </a:solidFill>
              </a:rPr>
              <a:t>(camelCase)</a:t>
            </a:r>
            <a:r>
              <a:rPr lang="ko-KR" altLang="en-US" dirty="0"/>
              <a:t>를 사용</a:t>
            </a:r>
            <a:br>
              <a:rPr lang="en-US" altLang="ko-KR" dirty="0"/>
            </a:br>
            <a:r>
              <a:rPr lang="en-US" altLang="ko-KR" sz="2400" dirty="0"/>
              <a:t>ex. onclick </a:t>
            </a:r>
            <a:r>
              <a:rPr lang="ko-KR" altLang="en-US" sz="2400" dirty="0"/>
              <a:t>➡ </a:t>
            </a:r>
            <a:r>
              <a:rPr lang="en-US" altLang="ko-KR" sz="2400" dirty="0" err="1"/>
              <a:t>onClick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JSX</a:t>
            </a:r>
            <a:r>
              <a:rPr lang="ko-KR" altLang="en-US" dirty="0"/>
              <a:t>를 사용해 이벤트 </a:t>
            </a:r>
            <a:r>
              <a:rPr lang="ko-KR" altLang="en-US" dirty="0" err="1"/>
              <a:t>핸들러를</a:t>
            </a:r>
            <a:r>
              <a:rPr lang="ko-KR" altLang="en-US" dirty="0"/>
              <a:t> 전달</a:t>
            </a:r>
            <a:br>
              <a:rPr lang="en-US" altLang="ko-KR" dirty="0"/>
            </a:br>
            <a:r>
              <a:rPr lang="ko-KR" altLang="en-US" sz="2000" dirty="0"/>
              <a:t>우측 이미지 처럼 함수 자체를 전달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accent1"/>
                </a:solidFill>
              </a:rPr>
              <a:t>기본 </a:t>
            </a:r>
            <a:r>
              <a:rPr lang="en-US" altLang="ko-KR" dirty="0">
                <a:solidFill>
                  <a:schemeClr val="accent1"/>
                </a:solidFill>
              </a:rPr>
              <a:t>DOM </a:t>
            </a:r>
            <a:r>
              <a:rPr lang="ko-KR" altLang="en-US" dirty="0">
                <a:solidFill>
                  <a:schemeClr val="accent1"/>
                </a:solidFill>
              </a:rPr>
              <a:t>요소에만 </a:t>
            </a:r>
            <a:r>
              <a:rPr lang="ko-KR" altLang="en-US" dirty="0"/>
              <a:t>이벤트를 설정 가능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C73BA-05AB-CFC8-9436-46F8C680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FB1EE-E7B1-4C9E-8657-7267753DFD72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043475-D0E2-D9DA-2F0A-3B596D3E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5DA34B-BD5E-6F7D-62FD-07DB62C8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</a:t>
            </a:r>
            <a:r>
              <a:rPr lang="en-US" altLang="ko-KR" dirty="0"/>
              <a:t>Event </a:t>
            </a:r>
            <a:r>
              <a:rPr lang="ko-KR" altLang="en-US" dirty="0"/>
              <a:t>주의점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E613C5E-A34A-B14C-2161-563B1FF29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259" y="4335556"/>
            <a:ext cx="3945529" cy="9749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5BF447F-195E-9C5F-82FE-32E709D82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56" y="4335556"/>
            <a:ext cx="3674838" cy="974957"/>
          </a:xfrm>
          <a:prstGeom prst="rect">
            <a:avLst/>
          </a:prstGeom>
        </p:spPr>
      </p:pic>
      <p:sp>
        <p:nvSpPr>
          <p:cNvPr id="10" name="십자형 9">
            <a:extLst>
              <a:ext uri="{FF2B5EF4-FFF2-40B4-BE49-F238E27FC236}">
                <a16:creationId xmlns:a16="http://schemas.microsoft.com/office/drawing/2014/main" id="{446C1545-0802-B8DD-B57A-58003EF26364}"/>
              </a:ext>
            </a:extLst>
          </p:cNvPr>
          <p:cNvSpPr/>
          <p:nvPr/>
        </p:nvSpPr>
        <p:spPr>
          <a:xfrm rot="2769033">
            <a:off x="4667248" y="4733485"/>
            <a:ext cx="574935" cy="574935"/>
          </a:xfrm>
          <a:prstGeom prst="plus">
            <a:avLst>
              <a:gd name="adj" fmla="val 3873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원형: 비어 있음 10">
            <a:extLst>
              <a:ext uri="{FF2B5EF4-FFF2-40B4-BE49-F238E27FC236}">
                <a16:creationId xmlns:a16="http://schemas.microsoft.com/office/drawing/2014/main" id="{E3EA19D2-8302-9792-6A7C-8394A469006D}"/>
              </a:ext>
            </a:extLst>
          </p:cNvPr>
          <p:cNvSpPr/>
          <p:nvPr/>
        </p:nvSpPr>
        <p:spPr>
          <a:xfrm>
            <a:off x="9217421" y="4780770"/>
            <a:ext cx="529743" cy="529743"/>
          </a:xfrm>
          <a:prstGeom prst="donut">
            <a:avLst>
              <a:gd name="adj" fmla="val 2625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34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D6926B-88A3-C260-28A0-4F6F82573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776546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Synthetic Event ( </a:t>
            </a:r>
            <a:r>
              <a:rPr lang="ko-KR" altLang="en-US" sz="2400" dirty="0"/>
              <a:t>합성 이벤트 </a:t>
            </a:r>
            <a:r>
              <a:rPr lang="en-US" altLang="ko-KR" sz="2400" dirty="0"/>
              <a:t>)</a:t>
            </a:r>
          </a:p>
          <a:p>
            <a:r>
              <a:rPr lang="ko-KR" altLang="en-US" sz="2400" dirty="0"/>
              <a:t>모든 브라우저에서 이벤트를 동일하게 처리하기 위한 </a:t>
            </a:r>
            <a:r>
              <a:rPr lang="en-US" altLang="ko-KR" sz="2400" dirty="0"/>
              <a:t>Wrapper(</a:t>
            </a:r>
            <a:r>
              <a:rPr lang="ko-KR" altLang="en-US" sz="2400" dirty="0"/>
              <a:t>래퍼</a:t>
            </a:r>
            <a:r>
              <a:rPr lang="en-US" altLang="ko-KR" sz="2400" dirty="0"/>
              <a:t>) </a:t>
            </a:r>
            <a:r>
              <a:rPr lang="ko-KR" altLang="en-US" sz="2400" dirty="0"/>
              <a:t>객체</a:t>
            </a:r>
            <a:endParaRPr lang="en-US" altLang="ko-KR" sz="2400" dirty="0"/>
          </a:p>
          <a:p>
            <a:endParaRPr lang="en-US" altLang="ko-KR" sz="24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9830B-B1D0-1DF5-3C05-863D21BA2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4CCD4-02AF-4FAB-9662-016ADDF90A5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1E4BFD-39B7-91D3-BDA9-C844CAE9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93C0E8-B826-7B4F-3A0F-2CFD4302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합성 이벤트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F0E25-10A4-A8F9-121F-2CBEAF509635}"/>
              </a:ext>
            </a:extLst>
          </p:cNvPr>
          <p:cNvSpPr txBox="1"/>
          <p:nvPr/>
        </p:nvSpPr>
        <p:spPr>
          <a:xfrm>
            <a:off x="5315387" y="2683428"/>
            <a:ext cx="5851051" cy="369332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ko-KR" dirty="0"/>
              <a:t> ※ Wrapping</a:t>
            </a:r>
            <a:r>
              <a:rPr lang="ko-KR" altLang="en-US" dirty="0"/>
              <a:t>이란</a:t>
            </a:r>
            <a:r>
              <a:rPr lang="en-US" altLang="ko-KR" dirty="0"/>
              <a:t>?     </a:t>
            </a:r>
            <a:r>
              <a:rPr lang="ko-KR" altLang="en-US" dirty="0"/>
              <a:t>기본 기능을 감싸는 새로운 기능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11F8A-2526-97ED-C18A-8CE21E56411B}"/>
              </a:ext>
            </a:extLst>
          </p:cNvPr>
          <p:cNvSpPr txBox="1"/>
          <p:nvPr/>
        </p:nvSpPr>
        <p:spPr>
          <a:xfrm>
            <a:off x="1506329" y="5837445"/>
            <a:ext cx="9832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https://react.dev/reference/react-dom/components/common#react-event-object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A7F05-BA45-6EDA-8B8D-3FD3C9501DD9}"/>
              </a:ext>
            </a:extLst>
          </p:cNvPr>
          <p:cNvSpPr txBox="1"/>
          <p:nvPr/>
        </p:nvSpPr>
        <p:spPr>
          <a:xfrm>
            <a:off x="1068019" y="3611234"/>
            <a:ext cx="9965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💥 </a:t>
            </a:r>
            <a:r>
              <a:rPr lang="ko-KR" altLang="en-US" dirty="0" err="1"/>
              <a:t>리액트가</a:t>
            </a:r>
            <a:r>
              <a:rPr lang="ko-KR" altLang="en-US" dirty="0"/>
              <a:t> </a:t>
            </a:r>
            <a:r>
              <a:rPr lang="en-US" altLang="ko-KR" dirty="0"/>
              <a:t>DOM</a:t>
            </a:r>
            <a:r>
              <a:rPr lang="ko-KR" altLang="en-US" dirty="0"/>
              <a:t>이 아닌 </a:t>
            </a:r>
            <a:r>
              <a:rPr lang="en-US" altLang="ko-KR" b="1" dirty="0" err="1"/>
              <a:t>VirtualDOM</a:t>
            </a:r>
            <a:r>
              <a:rPr lang="ko-KR" altLang="en-US" dirty="0"/>
              <a:t>을 사용하는 것처럼 </a:t>
            </a:r>
            <a:endParaRPr lang="en-US" altLang="ko-KR" dirty="0"/>
          </a:p>
          <a:p>
            <a:pPr algn="ctr"/>
            <a:r>
              <a:rPr lang="ko-KR" altLang="en-US" dirty="0"/>
              <a:t>웹 브라우저의 </a:t>
            </a:r>
            <a:r>
              <a:rPr lang="en-US" altLang="ko-KR" dirty="0" err="1"/>
              <a:t>nativeEvent</a:t>
            </a:r>
            <a:r>
              <a:rPr lang="ko-KR" altLang="en-US" dirty="0"/>
              <a:t>가 아닌 </a:t>
            </a:r>
            <a:endParaRPr lang="en-US" altLang="ko-KR" dirty="0"/>
          </a:p>
          <a:p>
            <a:pPr algn="ctr"/>
            <a:r>
              <a:rPr lang="en-US" altLang="ko-KR" dirty="0" err="1"/>
              <a:t>nativeEvent</a:t>
            </a:r>
            <a:r>
              <a:rPr lang="ko-KR" altLang="en-US" dirty="0"/>
              <a:t>를 감싼 </a:t>
            </a:r>
            <a:r>
              <a:rPr lang="en-US" altLang="ko-KR" b="1" dirty="0" err="1"/>
              <a:t>SyntheticEvent</a:t>
            </a:r>
            <a:r>
              <a:rPr lang="ko-KR" altLang="en-US" dirty="0"/>
              <a:t>를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44541-5B9F-9219-FD98-A2F431A762AA}"/>
              </a:ext>
            </a:extLst>
          </p:cNvPr>
          <p:cNvSpPr txBox="1"/>
          <p:nvPr/>
        </p:nvSpPr>
        <p:spPr>
          <a:xfrm>
            <a:off x="1237693" y="4728335"/>
            <a:ext cx="9796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💥 </a:t>
            </a:r>
            <a:r>
              <a:rPr lang="en-US" altLang="ko-KR" b="1" dirty="0" err="1"/>
              <a:t>SyntheticEvent</a:t>
            </a:r>
            <a:endParaRPr lang="en-US" altLang="ko-KR" b="1" dirty="0"/>
          </a:p>
          <a:p>
            <a:pPr algn="ctr"/>
            <a:r>
              <a:rPr lang="ko-KR" altLang="en-US" dirty="0"/>
              <a:t>브라우저 이벤트들을 포함하고 있는 </a:t>
            </a:r>
            <a:r>
              <a:rPr lang="ko-KR" altLang="en-US" b="1" dirty="0" err="1">
                <a:solidFill>
                  <a:schemeClr val="accent1"/>
                </a:solidFill>
              </a:rPr>
              <a:t>리액트</a:t>
            </a:r>
            <a:r>
              <a:rPr lang="ko-KR" altLang="en-US" b="1" dirty="0">
                <a:solidFill>
                  <a:schemeClr val="accent1"/>
                </a:solidFill>
              </a:rPr>
              <a:t> 고유 이벤트 객체</a:t>
            </a:r>
          </a:p>
        </p:txBody>
      </p:sp>
    </p:spTree>
    <p:extLst>
      <p:ext uri="{BB962C8B-B14F-4D97-AF65-F5344CB8AC3E}">
        <p14:creationId xmlns:p14="http://schemas.microsoft.com/office/powerpoint/2010/main" val="216276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AE3C2-F07D-A2CE-FAD1-533A2D22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98" y="1825625"/>
            <a:ext cx="10794402" cy="4351338"/>
          </a:xfrm>
        </p:spPr>
        <p:txBody>
          <a:bodyPr/>
          <a:lstStyle/>
          <a:p>
            <a:r>
              <a:rPr lang="ko-KR" altLang="en-US" dirty="0"/>
              <a:t>클래스형 컴포넌트에서는 </a:t>
            </a:r>
            <a:r>
              <a:rPr lang="en-US" altLang="ko-KR" b="1" dirty="0">
                <a:solidFill>
                  <a:schemeClr val="accent1"/>
                </a:solidFill>
              </a:rPr>
              <a:t>this</a:t>
            </a:r>
            <a:r>
              <a:rPr lang="ko-KR" altLang="en-US" dirty="0"/>
              <a:t>를 사용해야 함수를 찾아갈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(state</a:t>
            </a:r>
            <a:r>
              <a:rPr lang="ko-KR" altLang="en-US" dirty="0"/>
              <a:t>와 </a:t>
            </a:r>
            <a:r>
              <a:rPr lang="en-US" altLang="ko-KR" dirty="0"/>
              <a:t>props</a:t>
            </a:r>
            <a:r>
              <a:rPr lang="ko-KR" altLang="en-US" dirty="0"/>
              <a:t>와 동일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59164-56CC-323D-F86E-CDDC34C6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22CE3-1211-B61A-01FB-C2FCF434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82ED02-3326-D1A1-E9D0-68ECC629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컴포넌트에서의 이벤트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39104F-3731-AD23-79C1-6A343FBB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87" y="3655352"/>
            <a:ext cx="10390823" cy="90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5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DCB27-8B54-0ACB-7D07-185C4B1AC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bind</a:t>
            </a:r>
            <a:r>
              <a:rPr lang="ko-KR" altLang="en-US" dirty="0"/>
              <a:t> 사용하기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화살표 함수 이용하기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67B29-0E3A-4955-CC1F-560992FD5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068E-430D-4BE5-8CE2-117F88CCC3A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C26517-A91F-E605-9E78-E9C9490C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482668-8E44-ED6E-9811-FB00C6D8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함수에서 </a:t>
            </a:r>
            <a:r>
              <a:rPr lang="en-US" altLang="ko-KR" dirty="0"/>
              <a:t>this </a:t>
            </a:r>
            <a:r>
              <a:rPr lang="ko-KR" altLang="en-US" dirty="0"/>
              <a:t>사용하기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A106C4-2C76-5472-97FF-6F656571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461" y="1667778"/>
            <a:ext cx="5404339" cy="20544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59FD848-3338-5EFC-74F4-4A61E81A9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479" y="4089597"/>
            <a:ext cx="4671891" cy="13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1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5CA1AE80-6F8A-B697-E117-7CB75FA3A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420" y="1565213"/>
            <a:ext cx="10515600" cy="39555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화살표 함수 이용하기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ko-KR" dirty="0"/>
              <a:t>bind</a:t>
            </a:r>
            <a:r>
              <a:rPr lang="ko-KR" altLang="en-US" dirty="0"/>
              <a:t> 사용하기</a:t>
            </a:r>
            <a:endParaRPr lang="en-US" altLang="ko-KR" dirty="0"/>
          </a:p>
          <a:p>
            <a:pPr marL="514350" indent="-514350">
              <a:buAutoNum type="arabicPeriod"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13F2A-32C4-E6C0-4322-3FD3F1A3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25F84-7286-4CA9-8454-9C0AD804DE0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501CD1-36DD-FD82-9543-6146FC63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01B7EE-A66C-2A59-7AAF-1D4C656C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함수에 인자 보내기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794318-54B2-CA10-6549-AC695B4E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22" y="2137634"/>
            <a:ext cx="10820356" cy="9603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28926C6-ABF6-D813-4BF4-0C384C85D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576"/>
          <a:stretch/>
        </p:blipFill>
        <p:spPr>
          <a:xfrm>
            <a:off x="685822" y="4310977"/>
            <a:ext cx="10820355" cy="47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9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AE3C2-F07D-A2CE-FAD1-533A2D22D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함수에 인자가 없는 경우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함수에 인자가 있는 경우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59164-56CC-323D-F86E-CDDC34C6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92EB6-6BAC-455A-B68D-8451BA06159C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22CE3-1211-B61A-01FB-C2FCF434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82ED02-3326-D1A1-E9D0-68ECC629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컴포넌트에서의 이벤트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79E736-7E70-74AC-BC6C-57A0C9B0F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048" r="43959" b="62326"/>
          <a:stretch/>
        </p:blipFill>
        <p:spPr>
          <a:xfrm>
            <a:off x="1184987" y="2438936"/>
            <a:ext cx="7104789" cy="5665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5E14B6-AD0E-260E-6939-0AC4281311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889" r="3505" b="3505"/>
          <a:stretch/>
        </p:blipFill>
        <p:spPr>
          <a:xfrm>
            <a:off x="1184987" y="4001294"/>
            <a:ext cx="10354975" cy="82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7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</a:t>
            </a:r>
            <a:r>
              <a:rPr lang="ko-KR" altLang="en-US" dirty="0"/>
              <a:t>이벤트 핸들링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이벤트 핸들링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85277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9B434-8977-A422-69B8-4F63EBA5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ECA0C-8384-4A80-8CAF-F40503FCCF4C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E3E9B0-C628-12AF-B688-62BAA3A8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705268-880D-AF4E-8A90-8B152EB8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종합 실습 </a:t>
            </a:r>
            <a:r>
              <a:rPr lang="en-US" altLang="ko-KR" dirty="0"/>
              <a:t>(props, state, event)</a:t>
            </a:r>
            <a:endParaRPr lang="ko-KR" altLang="en-US" dirty="0"/>
          </a:p>
        </p:txBody>
      </p:sp>
      <p:pic>
        <p:nvPicPr>
          <p:cNvPr id="3" name="20230927-0126-48.73954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4543" y="1816372"/>
            <a:ext cx="4871811" cy="326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7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742</TotalTime>
  <Words>437</Words>
  <Application>Microsoft Office PowerPoint</Application>
  <PresentationFormat>와이드스크린</PresentationFormat>
  <Paragraphs>107</Paragraphs>
  <Slides>11</Slides>
  <Notes>9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Pretendard GOV</vt:lpstr>
      <vt:lpstr>맑은 고딕</vt:lpstr>
      <vt:lpstr>Arial</vt:lpstr>
      <vt:lpstr>3_Office 테마</vt:lpstr>
      <vt:lpstr>웹 개발자 부트캠프 과정</vt:lpstr>
      <vt:lpstr>Event Handling</vt:lpstr>
      <vt:lpstr>React의 Event</vt:lpstr>
      <vt:lpstr>React의 Event 주의점</vt:lpstr>
      <vt:lpstr>React 합성 이벤트</vt:lpstr>
      <vt:lpstr>클래스형 컴포넌트에서의 이벤트</vt:lpstr>
      <vt:lpstr>함수에서 this 사용하기</vt:lpstr>
      <vt:lpstr>함수에 인자 보내기</vt:lpstr>
      <vt:lpstr>함수형 컴포넌트에서의 이벤트</vt:lpstr>
      <vt:lpstr>실습.   이벤트 핸들링 실습</vt:lpstr>
      <vt:lpstr>실습. 종합 실습 (props, state, event)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112</cp:revision>
  <dcterms:created xsi:type="dcterms:W3CDTF">2022-06-26T11:10:22Z</dcterms:created>
  <dcterms:modified xsi:type="dcterms:W3CDTF">2024-08-05T00:28:02Z</dcterms:modified>
</cp:coreProperties>
</file>