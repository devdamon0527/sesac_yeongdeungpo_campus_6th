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3"/>
  </p:notes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8" r:id="rId11"/>
    <p:sldId id="269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FFFFF"/>
    <a:srgbClr val="B4D56D"/>
    <a:srgbClr val="B1DDB4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55" autoAdjust="0"/>
    <p:restoredTop sz="73684" autoAdjust="0"/>
  </p:normalViewPr>
  <p:slideViewPr>
    <p:cSldViewPr snapToGrid="0">
      <p:cViewPr varScale="1">
        <p:scale>
          <a:sx n="57" d="100"/>
          <a:sy n="57" d="100"/>
        </p:scale>
        <p:origin x="84" y="7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252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2024-08-05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842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HTML : </a:t>
            </a:r>
            <a:r>
              <a:rPr lang="en-US" altLang="ko-KR" sz="1200" b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onclick</a:t>
            </a:r>
            <a:r>
              <a:rPr lang="en-US" altLang="ko-KR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="</a:t>
            </a:r>
            <a:r>
              <a:rPr lang="en-US" altLang="ko-KR" sz="1200" b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onClickEvent</a:t>
            </a:r>
            <a:r>
              <a:rPr lang="en-US" altLang="ko-KR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()" -&gt; </a:t>
            </a:r>
            <a:r>
              <a:rPr lang="ko-KR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문자열 형식의 </a:t>
            </a:r>
            <a:r>
              <a:rPr lang="ko-KR" altLang="en-US" sz="1200" b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호출문</a:t>
            </a:r>
            <a:r>
              <a:rPr lang="ko-KR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등록</a:t>
            </a:r>
          </a:p>
          <a:p>
            <a:r>
              <a:rPr lang="en-US" altLang="ko-KR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JS : </a:t>
            </a:r>
            <a:r>
              <a:rPr lang="en-US" altLang="ko-KR" sz="1200" b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addEventListener</a:t>
            </a:r>
            <a:r>
              <a:rPr lang="en-US" altLang="ko-KR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('click', </a:t>
            </a:r>
            <a:r>
              <a:rPr lang="en-US" altLang="ko-KR" sz="1200" b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onClickEvent</a:t>
            </a:r>
            <a:r>
              <a:rPr lang="en-US" altLang="ko-KR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-&gt; </a:t>
            </a:r>
            <a:r>
              <a:rPr lang="ko-KR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괄호를 없애 함수를 바로 실행하지 않고</a:t>
            </a:r>
            <a:r>
              <a:rPr lang="en-US" altLang="ko-KR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클릭 발생 했을 때 함수가 호출되도록 함</a:t>
            </a:r>
            <a:r>
              <a:rPr lang="en-US" altLang="ko-KR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sz="1200" b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React : </a:t>
            </a:r>
            <a:r>
              <a:rPr lang="en-US" altLang="ko-KR" sz="1200" b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onClick</a:t>
            </a:r>
            <a:r>
              <a:rPr lang="en-US" altLang="ko-KR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={</a:t>
            </a:r>
            <a:r>
              <a:rPr lang="en-US" altLang="ko-KR" sz="1200" b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onClickEvent</a:t>
            </a:r>
            <a:r>
              <a:rPr lang="en-US" altLang="ko-KR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-&gt; JS</a:t>
            </a:r>
            <a:r>
              <a:rPr lang="ko-KR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동일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91015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23703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링크 들어가서 나오는 코드 보면서 설명해주기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35613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aseline="0" dirty="0" err="1" smtClean="0"/>
              <a:t>js</a:t>
            </a:r>
            <a:r>
              <a:rPr lang="ko-KR" altLang="en-US" baseline="0" dirty="0" smtClean="0"/>
              <a:t>에서 클래스 메서드는 기본적으로 </a:t>
            </a:r>
            <a:r>
              <a:rPr lang="ko-KR" altLang="en-US" baseline="0" dirty="0" err="1" smtClean="0"/>
              <a:t>바인딩되어</a:t>
            </a:r>
            <a:r>
              <a:rPr lang="ko-KR" altLang="en-US" baseline="0" dirty="0" smtClean="0"/>
              <a:t> 있지 </a:t>
            </a:r>
            <a:r>
              <a:rPr lang="ko-KR" altLang="en-US" baseline="0" dirty="0" smtClean="0"/>
              <a:t>않음</a:t>
            </a:r>
            <a:endParaRPr lang="en-US" altLang="ko-KR" baseline="0" dirty="0" smtClean="0"/>
          </a:p>
          <a:p>
            <a:endParaRPr lang="en-US" altLang="ko-KR" baseline="0" dirty="0" smtClean="0"/>
          </a:p>
          <a:p>
            <a:r>
              <a:rPr lang="en-US" altLang="ko-KR" baseline="0" dirty="0" smtClean="0"/>
              <a:t>**</a:t>
            </a:r>
          </a:p>
          <a:p>
            <a:r>
              <a:rPr lang="en-US" altLang="ko-KR" baseline="0" dirty="0" smtClean="0"/>
              <a:t>‘bind’ </a:t>
            </a:r>
            <a:r>
              <a:rPr lang="ko-KR" altLang="en-US" baseline="0" dirty="0" smtClean="0"/>
              <a:t>메서드로 </a:t>
            </a:r>
            <a:r>
              <a:rPr lang="en-US" altLang="ko-KR" baseline="0" dirty="0" smtClean="0"/>
              <a:t>‘this’ </a:t>
            </a:r>
            <a:r>
              <a:rPr lang="ko-KR" altLang="en-US" baseline="0" dirty="0" smtClean="0"/>
              <a:t>바인딩</a:t>
            </a:r>
            <a:endParaRPr lang="en-US" altLang="ko-KR" baseline="0" dirty="0" smtClean="0"/>
          </a:p>
          <a:p>
            <a:endParaRPr lang="en-US" altLang="ko-KR" dirty="0" smtClean="0"/>
          </a:p>
          <a:p>
            <a:r>
              <a:rPr lang="en-US" altLang="ko-KR" dirty="0" smtClean="0"/>
              <a:t>*** </a:t>
            </a:r>
            <a:r>
              <a:rPr lang="ko-KR" altLang="en-US" dirty="0" smtClean="0"/>
              <a:t>바인딩이란</a:t>
            </a:r>
            <a:r>
              <a:rPr lang="en-US" altLang="ko-KR" dirty="0" smtClean="0"/>
              <a:t>?</a:t>
            </a:r>
            <a:r>
              <a:rPr lang="en-US" altLang="ko-KR" baseline="0" dirty="0" smtClean="0"/>
              <a:t> (Binding)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프로그램의 어떤 기본단위가 가질 수 있는 구성요소의 구체적인 값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성격을 확정하는 것</a:t>
            </a:r>
            <a:r>
              <a:rPr lang="en-US" altLang="ko-KR" baseline="0" dirty="0" smtClean="0"/>
              <a:t>!</a:t>
            </a:r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‘this’</a:t>
            </a:r>
            <a:r>
              <a:rPr lang="ko-KR" altLang="en-US" baseline="0" dirty="0" smtClean="0"/>
              <a:t>는 함수가 호출되는 방식에 따라 달라짐</a:t>
            </a:r>
            <a:r>
              <a:rPr lang="en-US" altLang="ko-KR" baseline="0" dirty="0" smtClean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즉</a:t>
            </a:r>
            <a:r>
              <a:rPr lang="en-US" altLang="ko-KR" baseline="0" dirty="0" smtClean="0"/>
              <a:t>, ‘this’</a:t>
            </a:r>
            <a:r>
              <a:rPr lang="ko-KR" altLang="en-US" baseline="0" dirty="0" smtClean="0"/>
              <a:t>가 무엇을 가리키는지 명확하게 해주기 위해 바인딩이 필요</a:t>
            </a:r>
            <a:r>
              <a:rPr lang="en-US" altLang="ko-KR" baseline="0" dirty="0" smtClean="0"/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dirty="0" smtClean="0"/>
              <a:t>this</a:t>
            </a:r>
            <a:r>
              <a:rPr lang="ko-KR" altLang="en-US" dirty="0" smtClean="0"/>
              <a:t>가 올바른 객체를 가리키도록 설정하는 작업</a:t>
            </a:r>
            <a:r>
              <a:rPr lang="en-US" altLang="ko-KR" dirty="0" smtClean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 smtClean="0"/>
          </a:p>
          <a:p>
            <a:r>
              <a:rPr lang="en-US" altLang="ko-KR" dirty="0" smtClean="0"/>
              <a:t>**</a:t>
            </a:r>
          </a:p>
          <a:p>
            <a:r>
              <a:rPr lang="en-US" altLang="ko-KR" dirty="0" smtClean="0"/>
              <a:t>‘bind’ </a:t>
            </a:r>
            <a:r>
              <a:rPr lang="ko-KR" altLang="en-US" dirty="0" smtClean="0"/>
              <a:t>피하기 위한 방법</a:t>
            </a:r>
            <a:endParaRPr lang="en-US" altLang="ko-KR" dirty="0" smtClean="0"/>
          </a:p>
          <a:p>
            <a:pPr marL="171450" indent="-171450">
              <a:buFontTx/>
              <a:buChar char="-"/>
            </a:pPr>
            <a:r>
              <a:rPr lang="ko-KR" altLang="en-US" dirty="0" smtClean="0"/>
              <a:t>매번 </a:t>
            </a:r>
            <a:r>
              <a:rPr lang="en-US" altLang="ko-KR" dirty="0" smtClean="0"/>
              <a:t>‘bind’</a:t>
            </a:r>
            <a:r>
              <a:rPr lang="ko-KR" altLang="en-US" dirty="0" smtClean="0"/>
              <a:t>를 사용하는 것이 번거롭다면</a:t>
            </a:r>
            <a:r>
              <a:rPr lang="en-US" altLang="ko-KR" dirty="0" smtClean="0"/>
              <a:t>,</a:t>
            </a:r>
          </a:p>
          <a:p>
            <a:pPr marL="0" indent="0">
              <a:buFontTx/>
              <a:buNone/>
            </a:pPr>
            <a:r>
              <a:rPr lang="en-US" altLang="ko-KR" dirty="0" smtClean="0"/>
              <a:t>#1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화살표 함수 이용</a:t>
            </a:r>
            <a:r>
              <a:rPr lang="en-US" altLang="ko-KR" baseline="0" dirty="0" smtClean="0"/>
              <a:t>.</a:t>
            </a:r>
          </a:p>
          <a:p>
            <a:pPr marL="0" indent="0">
              <a:buFontTx/>
              <a:buNone/>
            </a:pPr>
            <a:r>
              <a:rPr lang="en-US" altLang="ko-KR" baseline="0" dirty="0" smtClean="0"/>
              <a:t>-&gt; </a:t>
            </a:r>
            <a:r>
              <a:rPr lang="ko-KR" altLang="en-US" baseline="0" dirty="0" smtClean="0"/>
              <a:t>화살표 함수를 사용하면 </a:t>
            </a:r>
            <a:r>
              <a:rPr lang="en-US" altLang="ko-KR" baseline="0" dirty="0" smtClean="0"/>
              <a:t>‘this’</a:t>
            </a:r>
            <a:r>
              <a:rPr lang="ko-KR" altLang="en-US" baseline="0" dirty="0" smtClean="0"/>
              <a:t>가 자동으로 바인딩 되므로 </a:t>
            </a:r>
            <a:r>
              <a:rPr lang="en-US" altLang="ko-KR" baseline="0" dirty="0" smtClean="0"/>
              <a:t>‘bind’</a:t>
            </a:r>
            <a:r>
              <a:rPr lang="ko-KR" altLang="en-US" baseline="0" dirty="0" smtClean="0"/>
              <a:t>를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사용할 필요가 없음</a:t>
            </a:r>
            <a:r>
              <a:rPr lang="en-US" altLang="ko-KR" baseline="0" dirty="0" smtClean="0"/>
              <a:t>.</a:t>
            </a:r>
          </a:p>
          <a:p>
            <a:pPr marL="0" indent="0">
              <a:buFontTx/>
              <a:buNone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#2 </a:t>
            </a:r>
            <a:r>
              <a:rPr lang="ko-KR" altLang="en-US" baseline="0" dirty="0" err="1" smtClean="0"/>
              <a:t>생성자에게</a:t>
            </a:r>
            <a:r>
              <a:rPr lang="ko-KR" altLang="en-US" baseline="0" dirty="0" smtClean="0"/>
              <a:t> 바인딩하기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dirty="0" smtClean="0"/>
              <a:t>-&gt; </a:t>
            </a:r>
            <a:r>
              <a:rPr lang="ko-KR" altLang="en-US" dirty="0" err="1" smtClean="0"/>
              <a:t>생성자에서</a:t>
            </a:r>
            <a:r>
              <a:rPr lang="ko-KR" altLang="en-US" dirty="0" smtClean="0"/>
              <a:t> 한 번만 </a:t>
            </a:r>
            <a:r>
              <a:rPr lang="en-US" altLang="ko-KR" dirty="0" smtClean="0"/>
              <a:t>bind</a:t>
            </a:r>
            <a:r>
              <a:rPr lang="ko-KR" altLang="en-US" dirty="0" smtClean="0"/>
              <a:t>를 해두면</a:t>
            </a:r>
            <a:r>
              <a:rPr lang="en-US" altLang="ko-KR" dirty="0" smtClean="0"/>
              <a:t>, </a:t>
            </a:r>
            <a:r>
              <a:rPr lang="ko-KR" altLang="en-US" dirty="0" smtClean="0"/>
              <a:t>나중에 </a:t>
            </a:r>
            <a:r>
              <a:rPr lang="en-US" altLang="ko-KR" dirty="0" smtClean="0"/>
              <a:t>render </a:t>
            </a:r>
            <a:r>
              <a:rPr lang="ko-KR" altLang="en-US" dirty="0" smtClean="0"/>
              <a:t>메서드에서 반복적으로 </a:t>
            </a:r>
            <a:r>
              <a:rPr lang="en-US" altLang="ko-KR" dirty="0" smtClean="0"/>
              <a:t>bind</a:t>
            </a:r>
            <a:r>
              <a:rPr lang="ko-KR" altLang="en-US" dirty="0" smtClean="0"/>
              <a:t>할 필요가 없습니다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4072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5071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29758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04_eventhandling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15700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26123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653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28389052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346790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164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3343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719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19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7234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43027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06034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65175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814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8170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react.dev/reference/react-dom/components/common#react-event-object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3.png"/><Relationship Id="rId4" Type="http://schemas.openxmlformats.org/officeDocument/2006/relationships/notesSlide" Target="../notesSlides/notesSlide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8" name="부제목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2800" dirty="0" err="1"/>
              <a:t>SeSAC</a:t>
            </a:r>
            <a:r>
              <a:rPr lang="en-US" altLang="ko-KR" sz="2800" dirty="0"/>
              <a:t> x </a:t>
            </a:r>
            <a:r>
              <a:rPr lang="en-US" altLang="ko-KR" sz="2800" dirty="0" err="1"/>
              <a:t>CODINGOn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2FB7-A3D0-4BF4-B23F-90A4C3B73A56}" type="datetime6">
              <a:rPr lang="ko-KR" altLang="en-US" smtClean="0"/>
              <a:t>2024년 8월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655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Event Handling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1279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4637DE-CA85-54BD-9BB5-8A7EF0E6FC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 </a:t>
            </a:r>
            <a:r>
              <a:rPr lang="en-US" altLang="ko-KR" dirty="0"/>
              <a:t>Event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React</a:t>
            </a:r>
            <a:r>
              <a:rPr lang="ko-KR" altLang="en-US" dirty="0"/>
              <a:t> </a:t>
            </a:r>
            <a:r>
              <a:rPr lang="en-US" altLang="ko-KR" dirty="0"/>
              <a:t>Event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BA535A-322E-1646-CF09-63873BF8C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FDD245-6FC9-4BCD-9848-9FACA08CE32D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7066AF9-BB3C-686E-909F-CE3BE0BF5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11A36B4-A46B-4E8E-E378-EA3A6D84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의 </a:t>
            </a:r>
            <a:r>
              <a:rPr lang="en-US" altLang="ko-KR" dirty="0"/>
              <a:t>Event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75A017E-5214-A30C-8354-751C00AA9B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8882" y="1716833"/>
            <a:ext cx="6685230" cy="146391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0238AD0-6F39-281E-B688-F322826012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0035" y="3744987"/>
            <a:ext cx="6704077" cy="1779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567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1FB64E-4F00-DC11-FDAA-697E95DDC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/>
              <a:t>React</a:t>
            </a:r>
            <a:r>
              <a:rPr lang="ko-KR" altLang="en-US" dirty="0"/>
              <a:t>의 이벤트는 소문자가 아닌 </a:t>
            </a:r>
            <a:r>
              <a:rPr lang="ko-KR" altLang="en-US" dirty="0">
                <a:solidFill>
                  <a:schemeClr val="accent1"/>
                </a:solidFill>
              </a:rPr>
              <a:t>카멜 케이스</a:t>
            </a:r>
            <a:r>
              <a:rPr lang="en-US" altLang="ko-KR" dirty="0">
                <a:solidFill>
                  <a:schemeClr val="accent1"/>
                </a:solidFill>
              </a:rPr>
              <a:t>(camelCase)</a:t>
            </a:r>
            <a:r>
              <a:rPr lang="ko-KR" altLang="en-US" dirty="0"/>
              <a:t>를 사용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sz="2400" dirty="0"/>
              <a:t>ex. onclick </a:t>
            </a:r>
            <a:r>
              <a:rPr lang="ko-KR" altLang="en-US" sz="2400" dirty="0"/>
              <a:t>➡ </a:t>
            </a:r>
            <a:r>
              <a:rPr lang="en-US" altLang="ko-KR" sz="2400" dirty="0" err="1"/>
              <a:t>onClick</a:t>
            </a:r>
            <a:endParaRPr lang="en-US" altLang="ko-KR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/>
              <a:t>JSX</a:t>
            </a:r>
            <a:r>
              <a:rPr lang="ko-KR" altLang="en-US" dirty="0"/>
              <a:t>를 사용해 이벤트 </a:t>
            </a:r>
            <a:r>
              <a:rPr lang="ko-KR" altLang="en-US" dirty="0" err="1"/>
              <a:t>핸들러를</a:t>
            </a:r>
            <a:r>
              <a:rPr lang="ko-KR" altLang="en-US" dirty="0"/>
              <a:t> 전달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sz="2000" dirty="0"/>
              <a:t>우측 이미지 처럼 함수 자체를 전달</a:t>
            </a:r>
            <a:endParaRPr lang="en-US" altLang="ko-KR" sz="2000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000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0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dirty="0">
                <a:solidFill>
                  <a:schemeClr val="accent1"/>
                </a:solidFill>
              </a:rPr>
              <a:t>기본 </a:t>
            </a:r>
            <a:r>
              <a:rPr lang="en-US" altLang="ko-KR" dirty="0">
                <a:solidFill>
                  <a:schemeClr val="accent1"/>
                </a:solidFill>
              </a:rPr>
              <a:t>DOM </a:t>
            </a:r>
            <a:r>
              <a:rPr lang="ko-KR" altLang="en-US" dirty="0">
                <a:solidFill>
                  <a:schemeClr val="accent1"/>
                </a:solidFill>
              </a:rPr>
              <a:t>요소에만 </a:t>
            </a:r>
            <a:r>
              <a:rPr lang="ko-KR" altLang="en-US" dirty="0"/>
              <a:t>이벤트를 설정 가능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49C73BA-05AB-CFC8-9436-46F8C6801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FB1EE-E7B1-4C9E-8657-7267753DFD72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043475-D0E2-D9DA-2F0A-3B596D3EC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D5DA34B-BD5E-6F7D-62FD-07DB62C80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의 </a:t>
            </a:r>
            <a:r>
              <a:rPr lang="en-US" altLang="ko-KR" dirty="0"/>
              <a:t>Event </a:t>
            </a:r>
            <a:r>
              <a:rPr lang="ko-KR" altLang="en-US" dirty="0"/>
              <a:t>주의점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E613C5E-A34A-B14C-2161-563B1FF29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3259" y="4335556"/>
            <a:ext cx="3945529" cy="9749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5BF447F-195E-9C5F-82FE-32E709D827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6556" y="4335556"/>
            <a:ext cx="3674838" cy="974957"/>
          </a:xfrm>
          <a:prstGeom prst="rect">
            <a:avLst/>
          </a:prstGeom>
        </p:spPr>
      </p:pic>
      <p:sp>
        <p:nvSpPr>
          <p:cNvPr id="10" name="십자형 9">
            <a:extLst>
              <a:ext uri="{FF2B5EF4-FFF2-40B4-BE49-F238E27FC236}">
                <a16:creationId xmlns:a16="http://schemas.microsoft.com/office/drawing/2014/main" id="{446C1545-0802-B8DD-B57A-58003EF26364}"/>
              </a:ext>
            </a:extLst>
          </p:cNvPr>
          <p:cNvSpPr/>
          <p:nvPr/>
        </p:nvSpPr>
        <p:spPr>
          <a:xfrm rot="2769033">
            <a:off x="4667248" y="4733485"/>
            <a:ext cx="574935" cy="574935"/>
          </a:xfrm>
          <a:prstGeom prst="plus">
            <a:avLst>
              <a:gd name="adj" fmla="val 38734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원형: 비어 있음 10">
            <a:extLst>
              <a:ext uri="{FF2B5EF4-FFF2-40B4-BE49-F238E27FC236}">
                <a16:creationId xmlns:a16="http://schemas.microsoft.com/office/drawing/2014/main" id="{E3EA19D2-8302-9792-6A7C-8394A469006D}"/>
              </a:ext>
            </a:extLst>
          </p:cNvPr>
          <p:cNvSpPr/>
          <p:nvPr/>
        </p:nvSpPr>
        <p:spPr>
          <a:xfrm>
            <a:off x="9217421" y="4780770"/>
            <a:ext cx="529743" cy="529743"/>
          </a:xfrm>
          <a:prstGeom prst="donut">
            <a:avLst>
              <a:gd name="adj" fmla="val 26259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43442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D6926B-88A3-C260-28A0-4F6F82573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" y="1776546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Synthetic Event ( </a:t>
            </a:r>
            <a:r>
              <a:rPr lang="ko-KR" altLang="en-US" sz="2400" dirty="0"/>
              <a:t>합성 이벤트 </a:t>
            </a:r>
            <a:r>
              <a:rPr lang="en-US" altLang="ko-KR" sz="2400" dirty="0"/>
              <a:t>)</a:t>
            </a:r>
          </a:p>
          <a:p>
            <a:r>
              <a:rPr lang="ko-KR" altLang="en-US" sz="2400" dirty="0" smtClean="0"/>
              <a:t>모든 </a:t>
            </a:r>
            <a:r>
              <a:rPr lang="ko-KR" altLang="en-US" sz="2400" dirty="0"/>
              <a:t>브라우저에서 이벤트를 동일하게 처리하기 위한 </a:t>
            </a:r>
            <a:r>
              <a:rPr lang="en-US" altLang="ko-KR" sz="2400" dirty="0"/>
              <a:t>Wrapper(</a:t>
            </a:r>
            <a:r>
              <a:rPr lang="ko-KR" altLang="en-US" sz="2400" dirty="0"/>
              <a:t>래퍼</a:t>
            </a:r>
            <a:r>
              <a:rPr lang="en-US" altLang="ko-KR" sz="2400" dirty="0"/>
              <a:t>) </a:t>
            </a:r>
            <a:r>
              <a:rPr lang="ko-KR" altLang="en-US" sz="2400" dirty="0"/>
              <a:t>객체</a:t>
            </a:r>
            <a:endParaRPr lang="en-US" altLang="ko-KR" sz="2400" dirty="0"/>
          </a:p>
          <a:p>
            <a:endParaRPr lang="en-US" altLang="ko-KR" sz="2400" b="1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69830B-B1D0-1DF5-3C05-863D21BA2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4CCD4-02AF-4FAB-9662-016ADDF90A58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1E4BFD-39B7-91D3-BDA9-C844CAE97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A93C0E8-B826-7B4F-3A0F-2CFD43024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합성 이벤트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8F0E25-10A4-A8F9-121F-2CBEAF509635}"/>
              </a:ext>
            </a:extLst>
          </p:cNvPr>
          <p:cNvSpPr txBox="1"/>
          <p:nvPr/>
        </p:nvSpPr>
        <p:spPr>
          <a:xfrm>
            <a:off x="5315387" y="2683428"/>
            <a:ext cx="5851051" cy="369332"/>
          </a:xfrm>
          <a:prstGeom prst="rect">
            <a:avLst/>
          </a:prstGeom>
          <a:ln w="38100"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r>
              <a:rPr lang="en-US" altLang="ko-KR" dirty="0"/>
              <a:t> ※ Wrapping</a:t>
            </a:r>
            <a:r>
              <a:rPr lang="ko-KR" altLang="en-US" dirty="0"/>
              <a:t>이란</a:t>
            </a:r>
            <a:r>
              <a:rPr lang="en-US" altLang="ko-KR" dirty="0"/>
              <a:t>?     </a:t>
            </a:r>
            <a:r>
              <a:rPr lang="ko-KR" altLang="en-US" dirty="0"/>
              <a:t>기본 기능을 감싸는 새로운 기능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911F8A-2526-97ED-C18A-8CE21E56411B}"/>
              </a:ext>
            </a:extLst>
          </p:cNvPr>
          <p:cNvSpPr txBox="1"/>
          <p:nvPr/>
        </p:nvSpPr>
        <p:spPr>
          <a:xfrm>
            <a:off x="1506329" y="5837445"/>
            <a:ext cx="98322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linkClick r:id="rId3"/>
              </a:rPr>
              <a:t>https://react.dev/reference/react-dom/components/common#react-event-object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1A7F05-BA45-6EDA-8B8D-3FD3C9501DD9}"/>
              </a:ext>
            </a:extLst>
          </p:cNvPr>
          <p:cNvSpPr txBox="1"/>
          <p:nvPr/>
        </p:nvSpPr>
        <p:spPr>
          <a:xfrm>
            <a:off x="1068019" y="3611234"/>
            <a:ext cx="9965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💥 </a:t>
            </a:r>
            <a:r>
              <a:rPr lang="ko-KR" altLang="en-US" dirty="0" err="1"/>
              <a:t>리액트가</a:t>
            </a:r>
            <a:r>
              <a:rPr lang="ko-KR" altLang="en-US" dirty="0"/>
              <a:t> </a:t>
            </a:r>
            <a:r>
              <a:rPr lang="en-US" altLang="ko-KR" dirty="0"/>
              <a:t>DOM</a:t>
            </a:r>
            <a:r>
              <a:rPr lang="ko-KR" altLang="en-US" dirty="0"/>
              <a:t>이 아닌 </a:t>
            </a:r>
            <a:r>
              <a:rPr lang="en-US" altLang="ko-KR" b="1" dirty="0" err="1"/>
              <a:t>VirtualDOM</a:t>
            </a:r>
            <a:r>
              <a:rPr lang="ko-KR" altLang="en-US" dirty="0"/>
              <a:t>을 사용하는 것처럼 </a:t>
            </a:r>
            <a:endParaRPr lang="en-US" altLang="ko-KR" dirty="0"/>
          </a:p>
          <a:p>
            <a:pPr algn="ctr"/>
            <a:r>
              <a:rPr lang="ko-KR" altLang="en-US" dirty="0"/>
              <a:t>웹 브라우저의 </a:t>
            </a:r>
            <a:r>
              <a:rPr lang="en-US" altLang="ko-KR" dirty="0" err="1"/>
              <a:t>nativeEvent</a:t>
            </a:r>
            <a:r>
              <a:rPr lang="ko-KR" altLang="en-US" dirty="0"/>
              <a:t>가 아닌 </a:t>
            </a:r>
            <a:endParaRPr lang="en-US" altLang="ko-KR" dirty="0"/>
          </a:p>
          <a:p>
            <a:pPr algn="ctr"/>
            <a:r>
              <a:rPr lang="en-US" altLang="ko-KR" dirty="0" err="1"/>
              <a:t>nativeEvent</a:t>
            </a:r>
            <a:r>
              <a:rPr lang="ko-KR" altLang="en-US" dirty="0"/>
              <a:t>를 감싼 </a:t>
            </a:r>
            <a:r>
              <a:rPr lang="en-US" altLang="ko-KR" b="1" dirty="0" err="1"/>
              <a:t>SyntheticEvent</a:t>
            </a:r>
            <a:r>
              <a:rPr lang="ko-KR" altLang="en-US" dirty="0"/>
              <a:t>를 사용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244541-5B9F-9219-FD98-A2F431A762AA}"/>
              </a:ext>
            </a:extLst>
          </p:cNvPr>
          <p:cNvSpPr txBox="1"/>
          <p:nvPr/>
        </p:nvSpPr>
        <p:spPr>
          <a:xfrm>
            <a:off x="1237693" y="4728335"/>
            <a:ext cx="9796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💥 </a:t>
            </a:r>
            <a:r>
              <a:rPr lang="en-US" altLang="ko-KR" b="1" dirty="0" err="1"/>
              <a:t>SyntheticEvent</a:t>
            </a:r>
            <a:endParaRPr lang="en-US" altLang="ko-KR" b="1" dirty="0"/>
          </a:p>
          <a:p>
            <a:pPr algn="ctr"/>
            <a:r>
              <a:rPr lang="ko-KR" altLang="en-US" dirty="0"/>
              <a:t>브라우저 이벤트들을 포함하고 있는 </a:t>
            </a:r>
            <a:r>
              <a:rPr lang="ko-KR" altLang="en-US" b="1" dirty="0" err="1">
                <a:solidFill>
                  <a:schemeClr val="accent1"/>
                </a:solidFill>
              </a:rPr>
              <a:t>리액트</a:t>
            </a:r>
            <a:r>
              <a:rPr lang="ko-KR" altLang="en-US" b="1" dirty="0">
                <a:solidFill>
                  <a:schemeClr val="accent1"/>
                </a:solidFill>
              </a:rPr>
              <a:t> 고유 이벤트 객체</a:t>
            </a:r>
          </a:p>
        </p:txBody>
      </p:sp>
    </p:spTree>
    <p:extLst>
      <p:ext uri="{BB962C8B-B14F-4D97-AF65-F5344CB8AC3E}">
        <p14:creationId xmlns:p14="http://schemas.microsoft.com/office/powerpoint/2010/main" val="2162764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EAE3C2-F07D-A2CE-FAD1-533A2D22D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398" y="1825625"/>
            <a:ext cx="10794402" cy="4351338"/>
          </a:xfrm>
        </p:spPr>
        <p:txBody>
          <a:bodyPr/>
          <a:lstStyle/>
          <a:p>
            <a:r>
              <a:rPr lang="ko-KR" altLang="en-US" dirty="0"/>
              <a:t>클래스형 컴포넌트에서는 </a:t>
            </a:r>
            <a:r>
              <a:rPr lang="en-US" altLang="ko-KR" b="1" dirty="0">
                <a:solidFill>
                  <a:schemeClr val="accent1"/>
                </a:solidFill>
              </a:rPr>
              <a:t>this</a:t>
            </a:r>
            <a:r>
              <a:rPr lang="ko-KR" altLang="en-US" dirty="0"/>
              <a:t>를 사용해야 함수를 찾아갈 수 있다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(state</a:t>
            </a:r>
            <a:r>
              <a:rPr lang="ko-KR" altLang="en-US" dirty="0"/>
              <a:t>와 </a:t>
            </a:r>
            <a:r>
              <a:rPr lang="en-US" altLang="ko-KR" dirty="0"/>
              <a:t>props</a:t>
            </a:r>
            <a:r>
              <a:rPr lang="ko-KR" altLang="en-US" dirty="0"/>
              <a:t>와 동일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659164-56CC-323D-F86E-CDDC34C6F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092EB6-6BAC-455A-B68D-8451BA06159C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FB22CE3-1211-B61A-01FB-C2FCF4344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182ED02-3326-D1A1-E9D0-68ECC6297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클래스형 컴포넌트에서의 이벤트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C39104F-3731-AD23-79C1-6A343FBB1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187" y="3655352"/>
            <a:ext cx="10390823" cy="904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155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7DCB27-8B54-0ACB-7D07-185C4B1AC8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bind</a:t>
            </a:r>
            <a:r>
              <a:rPr lang="ko-KR" altLang="en-US" dirty="0"/>
              <a:t> 사용하기</a:t>
            </a: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r>
              <a:rPr lang="ko-KR" altLang="en-US" dirty="0"/>
              <a:t>화살표 함수 이용하기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867B29-0E3A-4955-CC1F-560992FD5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5068E-430D-4BE5-8CE2-117F88CCC3A1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DC26517-A91F-E605-9E78-E9C9490CC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A482668-8E44-ED6E-9811-FB00C6D8B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함수에서 </a:t>
            </a:r>
            <a:r>
              <a:rPr lang="en-US" altLang="ko-KR" dirty="0"/>
              <a:t>this </a:t>
            </a:r>
            <a:r>
              <a:rPr lang="ko-KR" altLang="en-US" dirty="0"/>
              <a:t>사용하기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3A106C4-2C76-5472-97FF-6F6565716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4461" y="1667778"/>
            <a:ext cx="5404339" cy="205443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59FD848-3338-5EFC-74F4-4A61E81A9F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4479" y="4089597"/>
            <a:ext cx="4671891" cy="1325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9113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5CA1AE80-6F8A-B697-E117-7CB75FA3A9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420" y="1565213"/>
            <a:ext cx="10515600" cy="3955570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ko-KR" altLang="en-US" dirty="0"/>
              <a:t>화살표 함수 이용하기</a:t>
            </a: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altLang="ko-KR" dirty="0"/>
              <a:t>bind</a:t>
            </a:r>
            <a:r>
              <a:rPr lang="ko-KR" altLang="en-US" dirty="0"/>
              <a:t> 사용하기</a:t>
            </a:r>
            <a:endParaRPr lang="en-US" altLang="ko-KR" dirty="0"/>
          </a:p>
          <a:p>
            <a:pPr marL="514350" indent="-514350">
              <a:buAutoNum type="arabicPeriod"/>
            </a:pP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2513F2A-32C4-E6C0-4322-3FD3F1A37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25F84-7286-4CA9-8454-9C0AD804DE0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6501CD1-36DD-FD82-9543-6146FC63F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201B7EE-A66C-2A59-7AAF-1D4C656C3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함수에 인자 보내기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C794318-54B2-CA10-6549-AC695B4E4F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22" y="2137634"/>
            <a:ext cx="10820356" cy="96038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28926C6-ABF6-D813-4BF4-0C384C85D7F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6576"/>
          <a:stretch/>
        </p:blipFill>
        <p:spPr>
          <a:xfrm>
            <a:off x="685822" y="4310977"/>
            <a:ext cx="10820355" cy="477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7985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EAE3C2-F07D-A2CE-FAD1-533A2D22DF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함수에 인자가 </a:t>
            </a:r>
            <a:r>
              <a:rPr lang="ko-KR" altLang="en-US" dirty="0" smtClean="0"/>
              <a:t>없는 </a:t>
            </a:r>
            <a:r>
              <a:rPr lang="ko-KR" altLang="en-US" dirty="0"/>
              <a:t>경우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함수에 인자가 </a:t>
            </a:r>
            <a:r>
              <a:rPr lang="ko-KR" altLang="en-US" dirty="0" smtClean="0"/>
              <a:t>있는 </a:t>
            </a:r>
            <a:r>
              <a:rPr lang="ko-KR" altLang="en-US" dirty="0"/>
              <a:t>경우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659164-56CC-323D-F86E-CDDC34C6F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092EB6-6BAC-455A-B68D-8451BA06159C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FB22CE3-1211-B61A-01FB-C2FCF4344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182ED02-3326-D1A1-E9D0-68ECC6297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컴포넌트에서의 이벤트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479E736-7E70-74AC-BC6C-57A0C9B0F88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8048" r="43959" b="62326"/>
          <a:stretch/>
        </p:blipFill>
        <p:spPr>
          <a:xfrm>
            <a:off x="1184987" y="2438936"/>
            <a:ext cx="7104789" cy="56651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05E14B6-AD0E-260E-6939-0AC4281311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2889" r="3505" b="3505"/>
          <a:stretch/>
        </p:blipFill>
        <p:spPr>
          <a:xfrm>
            <a:off x="1184987" y="4001294"/>
            <a:ext cx="10354975" cy="821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5872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E9B434-8977-A422-69B8-4F63EBA50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ECA0C-8384-4A80-8CAF-F40503FCCF4C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5E3E9B0-C628-12AF-B688-62BAA3A8B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C705268-880D-AF4E-8A90-8B152EB81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ko-KR" altLang="en-US" dirty="0">
                <a:solidFill>
                  <a:schemeClr val="accent1"/>
                </a:solidFill>
              </a:rPr>
              <a:t> </a:t>
            </a:r>
            <a:r>
              <a:rPr lang="ko-KR" altLang="en-US" dirty="0" smtClean="0"/>
              <a:t>종합 실습 </a:t>
            </a:r>
            <a:r>
              <a:rPr lang="en-US" altLang="ko-KR" dirty="0" smtClean="0"/>
              <a:t>(props, state, event)</a:t>
            </a:r>
            <a:endParaRPr lang="ko-KR" altLang="en-US" dirty="0"/>
          </a:p>
        </p:txBody>
      </p:sp>
      <p:pic>
        <p:nvPicPr>
          <p:cNvPr id="3" name="20230927-0126-48.7395426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514543" y="1816372"/>
            <a:ext cx="4871811" cy="326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877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2024-08-05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 smtClean="0"/>
              <a:t>이벤트 핸들링</a:t>
            </a:r>
            <a:r>
              <a:rPr lang="en-US" altLang="ko-KR" dirty="0" smtClean="0"/>
              <a:t> </a:t>
            </a:r>
            <a:r>
              <a:rPr lang="ko-KR" altLang="en-US" dirty="0"/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React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r>
              <a:rPr lang="en-US" altLang="ko-KR" dirty="0">
                <a:solidFill>
                  <a:srgbClr val="212529"/>
                </a:solidFill>
                <a:latin typeface="+mn-ea"/>
              </a:rPr>
              <a:t/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 smtClean="0">
                <a:solidFill>
                  <a:srgbClr val="212529"/>
                </a:solidFill>
                <a:latin typeface="+mn-ea"/>
              </a:rPr>
              <a:t>이벤트 핸들링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1~3</a:t>
            </a:r>
            <a:r>
              <a:rPr lang="ko-KR" altLang="en-US" sz="2800" b="1" dirty="0" smtClean="0">
                <a:solidFill>
                  <a:schemeClr val="accent1"/>
                </a:solidFill>
                <a:latin typeface="+mn-ea"/>
              </a:rPr>
              <a:t>번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852773060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 GOV">
      <a:majorFont>
        <a:latin typeface="Pretendard GOV"/>
        <a:ea typeface="Pretendard GOV"/>
        <a:cs typeface=""/>
      </a:majorFont>
      <a:minorFont>
        <a:latin typeface="Pretendard GOV"/>
        <a:ea typeface="Pretendard 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741</TotalTime>
  <Words>382</Words>
  <Application>Microsoft Office PowerPoint</Application>
  <PresentationFormat>와이드스크린</PresentationFormat>
  <Paragraphs>107</Paragraphs>
  <Slides>11</Slides>
  <Notes>9</Notes>
  <HiddenSlides>0</HiddenSlides>
  <MMClips>1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Pretendard GOV</vt:lpstr>
      <vt:lpstr>맑은 고딕</vt:lpstr>
      <vt:lpstr>Arial</vt:lpstr>
      <vt:lpstr>3_Office 테마</vt:lpstr>
      <vt:lpstr>웹 개발자 부트캠프 과정</vt:lpstr>
      <vt:lpstr>Event Handling</vt:lpstr>
      <vt:lpstr>React의 Event</vt:lpstr>
      <vt:lpstr>React의 Event 주의점</vt:lpstr>
      <vt:lpstr>React 합성 이벤트</vt:lpstr>
      <vt:lpstr>클래스형 컴포넌트에서의 이벤트</vt:lpstr>
      <vt:lpstr>함수에서 this 사용하기</vt:lpstr>
      <vt:lpstr>함수에 인자 보내기</vt:lpstr>
      <vt:lpstr>함수형 컴포넌트에서의 이벤트</vt:lpstr>
      <vt:lpstr>실습. 종합 실습 (props, state, event)</vt:lpstr>
      <vt:lpstr>실습.   이벤트 핸들링 실습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jae hyeon</cp:lastModifiedBy>
  <cp:revision>111</cp:revision>
  <dcterms:created xsi:type="dcterms:W3CDTF">2022-06-26T11:10:22Z</dcterms:created>
  <dcterms:modified xsi:type="dcterms:W3CDTF">2024-08-04T18:07:43Z</dcterms:modified>
</cp:coreProperties>
</file>