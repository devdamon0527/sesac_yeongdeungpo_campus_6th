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5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73" d="100"/>
          <a:sy n="73" d="100"/>
        </p:scale>
        <p:origin x="6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2023-09-27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101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370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링크 들어가서 나오는 코드 보면서 설명해주기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35613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aseline="0" dirty="0" err="1" smtClean="0"/>
              <a:t>js</a:t>
            </a:r>
            <a:r>
              <a:rPr lang="ko-KR" altLang="en-US" baseline="0" dirty="0" smtClean="0"/>
              <a:t>에서 클래스 메서드는 기본적으로 </a:t>
            </a:r>
            <a:r>
              <a:rPr lang="ko-KR" altLang="en-US" baseline="0" dirty="0" err="1" smtClean="0"/>
              <a:t>바인딩되어</a:t>
            </a:r>
            <a:r>
              <a:rPr lang="ko-KR" altLang="en-US" baseline="0" dirty="0" smtClean="0"/>
              <a:t> 있지 않음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407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71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9758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04_eventhandling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7000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04_eventhandling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82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04_eventhandling</a:t>
            </a:r>
          </a:p>
          <a:p>
            <a:r>
              <a:rPr lang="ko-KR" altLang="en-US" dirty="0"/>
              <a:t>힌트</a:t>
            </a:r>
            <a:r>
              <a:rPr lang="en-US" altLang="ko-KR" dirty="0"/>
              <a:t>: state </a:t>
            </a:r>
            <a:r>
              <a:rPr lang="en-US" altLang="ko-KR" dirty="0" err="1"/>
              <a:t>boolean</a:t>
            </a:r>
            <a:r>
              <a:rPr lang="ko-KR" altLang="en-US" dirty="0"/>
              <a:t> 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56919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04_eventhandling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570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텍스트, 로고, 그래픽이(가) 표시된 사진&#10;&#10;자동 생성된 설명">
            <a:extLst>
              <a:ext uri="{FF2B5EF4-FFF2-40B4-BE49-F238E27FC236}">
                <a16:creationId xmlns:a16="http://schemas.microsoft.com/office/drawing/2014/main" id="{01AB1409-DEDF-C824-D8D3-05B260A93B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3" y="103811"/>
            <a:ext cx="4328535" cy="228080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15" name="부제목 2">
            <a:extLst>
              <a:ext uri="{FF2B5EF4-FFF2-40B4-BE49-F238E27FC236}">
                <a16:creationId xmlns:a16="http://schemas.microsoft.com/office/drawing/2014/main" id="{26026682-DE15-5F01-6FA7-8F46F9ABCC2A}"/>
              </a:ext>
            </a:extLst>
          </p:cNvPr>
          <p:cNvSpPr txBox="1">
            <a:spLocks/>
          </p:cNvSpPr>
          <p:nvPr userDrawn="1"/>
        </p:nvSpPr>
        <p:spPr>
          <a:xfrm>
            <a:off x="9110749" y="5933035"/>
            <a:ext cx="29485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ko-KR" sz="2000" u="none" dirty="0"/>
              <a:t>With. </a:t>
            </a:r>
            <a:r>
              <a:rPr lang="ko-KR" altLang="en-US" sz="2000" u="none" dirty="0"/>
              <a:t>팀 </a:t>
            </a:r>
            <a:r>
              <a:rPr lang="ko-KR" altLang="en-US" sz="2000" u="none" dirty="0" err="1"/>
              <a:t>뤼쳐드</a:t>
            </a:r>
            <a:endParaRPr lang="ko-KR" altLang="en-US" sz="2000" u="none" dirty="0"/>
          </a:p>
        </p:txBody>
      </p:sp>
    </p:spTree>
    <p:extLst>
      <p:ext uri="{BB962C8B-B14F-4D97-AF65-F5344CB8AC3E}">
        <p14:creationId xmlns:p14="http://schemas.microsoft.com/office/powerpoint/2010/main" val="2104502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0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0894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93143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02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449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3661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4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306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181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8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548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78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FFA81A6-6D9A-9C22-6A01-103FCC7108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4576" y="140110"/>
            <a:ext cx="1026976" cy="2051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8CEA0B-0194-B9A0-705F-CAB04B3523DA}"/>
              </a:ext>
            </a:extLst>
          </p:cNvPr>
          <p:cNvSpPr txBox="1"/>
          <p:nvPr userDrawn="1"/>
        </p:nvSpPr>
        <p:spPr>
          <a:xfrm>
            <a:off x="10814758" y="104713"/>
            <a:ext cx="227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청년취업사관학교, 새싹(SeSAC) - YouTube">
            <a:extLst>
              <a:ext uri="{FF2B5EF4-FFF2-40B4-BE49-F238E27FC236}">
                <a16:creationId xmlns:a16="http://schemas.microsoft.com/office/drawing/2014/main" id="{AD5D531A-42B5-6D12-7A47-FFEB75D29C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hq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2653" y="54125"/>
            <a:ext cx="371243" cy="3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9173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reference/react-dom/components/common#react-event-objec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dingon.co.kr/partner/sesac_ydp_5th/login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2023년 9월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 Handling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1279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DD245-6FC9-4BCD-9848-9FACA08CE32D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</a:t>
            </a:r>
            <a:r>
              <a:rPr lang="en-US" altLang="ko-KR" dirty="0"/>
              <a:t>Event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 </a:t>
            </a:r>
            <a:r>
              <a:rPr lang="en-US" altLang="ko-KR" dirty="0"/>
              <a:t>Event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75A017E-5214-A30C-8354-751C00AA9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882" y="1716833"/>
            <a:ext cx="6685230" cy="146391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0238AD0-6F39-281E-B688-F32282601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035" y="3744987"/>
            <a:ext cx="6704077" cy="1779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56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DA34B-BD5E-6F7D-62FD-07DB62C80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 </a:t>
            </a:r>
            <a:r>
              <a:rPr lang="ko-KR" altLang="en-US" dirty="0"/>
              <a:t>주의점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9C73BA-05AB-CFC8-9436-46F8C680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FB1EE-E7B1-4C9E-8657-7267753DFD72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043475-D0E2-D9DA-2F0A-3B596D3EC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1FB64E-4F00-DC11-FDAA-697E95DDC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/>
              <a:t>React</a:t>
            </a:r>
            <a:r>
              <a:rPr lang="ko-KR" altLang="en-US" dirty="0"/>
              <a:t>의 이벤트는 소문자가 아닌 </a:t>
            </a:r>
            <a:r>
              <a:rPr lang="ko-KR" altLang="en-US" dirty="0">
                <a:solidFill>
                  <a:schemeClr val="accent1"/>
                </a:solidFill>
              </a:rPr>
              <a:t>카멜 케이스</a:t>
            </a:r>
            <a:r>
              <a:rPr lang="en-US" altLang="ko-KR" dirty="0">
                <a:solidFill>
                  <a:schemeClr val="accent1"/>
                </a:solidFill>
              </a:rPr>
              <a:t>(camelCase)</a:t>
            </a:r>
            <a:r>
              <a:rPr lang="ko-KR" altLang="en-US" dirty="0"/>
              <a:t>를 사용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2400" dirty="0"/>
              <a:t>ex. onclick </a:t>
            </a:r>
            <a:r>
              <a:rPr lang="ko-KR" altLang="en-US" sz="2400" dirty="0"/>
              <a:t>➡ </a:t>
            </a:r>
            <a:r>
              <a:rPr lang="en-US" altLang="ko-KR" sz="2400" dirty="0" err="1"/>
              <a:t>onClick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/>
              <a:t>JSX</a:t>
            </a:r>
            <a:r>
              <a:rPr lang="ko-KR" altLang="en-US" dirty="0"/>
              <a:t>를 사용해 이벤트 </a:t>
            </a:r>
            <a:r>
              <a:rPr lang="ko-KR" altLang="en-US" dirty="0" err="1"/>
              <a:t>핸들러를</a:t>
            </a:r>
            <a:r>
              <a:rPr lang="ko-KR" altLang="en-US" dirty="0"/>
              <a:t> 전달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sz="2000" dirty="0"/>
              <a:t>우측 이미지 처럼 함수 자체를 전달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DOM </a:t>
            </a:r>
            <a:r>
              <a:rPr lang="ko-KR" altLang="en-US" dirty="0">
                <a:solidFill>
                  <a:schemeClr val="accent1"/>
                </a:solidFill>
              </a:rPr>
              <a:t>요소에만 </a:t>
            </a:r>
            <a:r>
              <a:rPr lang="ko-KR" altLang="en-US" dirty="0"/>
              <a:t>이벤트를 설정 가능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E613C5E-A34A-B14C-2161-563B1FF2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259" y="4335556"/>
            <a:ext cx="3945529" cy="9749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5BF447F-195E-9C5F-82FE-32E709D82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556" y="4335556"/>
            <a:ext cx="3674838" cy="974957"/>
          </a:xfrm>
          <a:prstGeom prst="rect">
            <a:avLst/>
          </a:prstGeom>
        </p:spPr>
      </p:pic>
      <p:sp>
        <p:nvSpPr>
          <p:cNvPr id="10" name="십자형 9">
            <a:extLst>
              <a:ext uri="{FF2B5EF4-FFF2-40B4-BE49-F238E27FC236}">
                <a16:creationId xmlns:a16="http://schemas.microsoft.com/office/drawing/2014/main" id="{446C1545-0802-B8DD-B57A-58003EF26364}"/>
              </a:ext>
            </a:extLst>
          </p:cNvPr>
          <p:cNvSpPr/>
          <p:nvPr/>
        </p:nvSpPr>
        <p:spPr>
          <a:xfrm rot="2769033">
            <a:off x="4667248" y="4733485"/>
            <a:ext cx="574935" cy="574935"/>
          </a:xfrm>
          <a:prstGeom prst="plus">
            <a:avLst>
              <a:gd name="adj" fmla="val 3873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원형: 비어 있음 10">
            <a:extLst>
              <a:ext uri="{FF2B5EF4-FFF2-40B4-BE49-F238E27FC236}">
                <a16:creationId xmlns:a16="http://schemas.microsoft.com/office/drawing/2014/main" id="{E3EA19D2-8302-9792-6A7C-8394A469006D}"/>
              </a:ext>
            </a:extLst>
          </p:cNvPr>
          <p:cNvSpPr/>
          <p:nvPr/>
        </p:nvSpPr>
        <p:spPr>
          <a:xfrm>
            <a:off x="9217421" y="4780770"/>
            <a:ext cx="529743" cy="529743"/>
          </a:xfrm>
          <a:prstGeom prst="donut">
            <a:avLst>
              <a:gd name="adj" fmla="val 2625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344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3C0E8-B826-7B4F-3A0F-2CFD43024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합성 이벤트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9830B-B1D0-1DF5-3C05-863D21BA2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4CCD4-02AF-4FAB-9662-016ADDF90A5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1E4BFD-39B7-91D3-BDA9-C844CAE97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D6926B-88A3-C260-28A0-4F6F82573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776546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Synthetic Event ( </a:t>
            </a:r>
            <a:r>
              <a:rPr lang="ko-KR" altLang="en-US" sz="2400" dirty="0"/>
              <a:t>합성 이벤트 </a:t>
            </a:r>
            <a:r>
              <a:rPr lang="en-US" altLang="ko-KR" sz="2400" dirty="0"/>
              <a:t>)</a:t>
            </a:r>
          </a:p>
          <a:p>
            <a:r>
              <a:rPr lang="ko-KR" altLang="en-US" sz="2400" dirty="0" smtClean="0"/>
              <a:t>모든 </a:t>
            </a:r>
            <a:r>
              <a:rPr lang="ko-KR" altLang="en-US" sz="2400" dirty="0"/>
              <a:t>브라우저에서 이벤트를 동일하게 처리하기 위한 </a:t>
            </a:r>
            <a:r>
              <a:rPr lang="en-US" altLang="ko-KR" sz="2400" dirty="0"/>
              <a:t>Wrapper(</a:t>
            </a:r>
            <a:r>
              <a:rPr lang="ko-KR" altLang="en-US" sz="2400" dirty="0"/>
              <a:t>래퍼</a:t>
            </a:r>
            <a:r>
              <a:rPr lang="en-US" altLang="ko-KR" sz="2400" dirty="0"/>
              <a:t>) </a:t>
            </a:r>
            <a:r>
              <a:rPr lang="ko-KR" altLang="en-US" sz="2400" dirty="0"/>
              <a:t>객체</a:t>
            </a:r>
            <a:endParaRPr lang="en-US" altLang="ko-KR" sz="2400" dirty="0"/>
          </a:p>
          <a:p>
            <a:endParaRPr lang="en-US" altLang="ko-KR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8F0E25-10A4-A8F9-121F-2CBEAF509635}"/>
              </a:ext>
            </a:extLst>
          </p:cNvPr>
          <p:cNvSpPr txBox="1"/>
          <p:nvPr/>
        </p:nvSpPr>
        <p:spPr>
          <a:xfrm>
            <a:off x="5799481" y="2673350"/>
            <a:ext cx="5167377" cy="369332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r>
              <a:rPr lang="en-US" altLang="ko-KR" dirty="0"/>
              <a:t> ※ Wrapping</a:t>
            </a:r>
            <a:r>
              <a:rPr lang="ko-KR" altLang="en-US" dirty="0"/>
              <a:t>이란</a:t>
            </a:r>
            <a:r>
              <a:rPr lang="en-US" altLang="ko-KR" dirty="0"/>
              <a:t>?     </a:t>
            </a:r>
            <a:r>
              <a:rPr lang="ko-KR" altLang="en-US" dirty="0"/>
              <a:t>기본 기능을 감싸는 새로운 기능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911F8A-2526-97ED-C18A-8CE21E56411B}"/>
              </a:ext>
            </a:extLst>
          </p:cNvPr>
          <p:cNvSpPr txBox="1"/>
          <p:nvPr/>
        </p:nvSpPr>
        <p:spPr>
          <a:xfrm>
            <a:off x="1506329" y="5837445"/>
            <a:ext cx="98322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3"/>
              </a:rPr>
              <a:t>https://react.dev/reference/react-dom/components/common#react-event-object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A7F05-BA45-6EDA-8B8D-3FD3C9501DD9}"/>
              </a:ext>
            </a:extLst>
          </p:cNvPr>
          <p:cNvSpPr txBox="1"/>
          <p:nvPr/>
        </p:nvSpPr>
        <p:spPr>
          <a:xfrm>
            <a:off x="1068019" y="3611234"/>
            <a:ext cx="9965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💥 </a:t>
            </a:r>
            <a:r>
              <a:rPr lang="ko-KR" altLang="en-US" dirty="0" err="1"/>
              <a:t>리액트가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  <a:r>
              <a:rPr lang="ko-KR" altLang="en-US" dirty="0"/>
              <a:t>이 아닌 </a:t>
            </a:r>
            <a:r>
              <a:rPr lang="en-US" altLang="ko-KR" b="1" dirty="0" err="1"/>
              <a:t>VirtualDOM</a:t>
            </a:r>
            <a:r>
              <a:rPr lang="ko-KR" altLang="en-US" dirty="0"/>
              <a:t>을 사용하는 것처럼 </a:t>
            </a:r>
            <a:endParaRPr lang="en-US" altLang="ko-KR" dirty="0"/>
          </a:p>
          <a:p>
            <a:pPr algn="ctr"/>
            <a:r>
              <a:rPr lang="ko-KR" altLang="en-US" dirty="0"/>
              <a:t>웹 브라우저의 </a:t>
            </a:r>
            <a:r>
              <a:rPr lang="en-US" altLang="ko-KR" dirty="0" err="1"/>
              <a:t>nativeEvent</a:t>
            </a:r>
            <a:r>
              <a:rPr lang="ko-KR" altLang="en-US" dirty="0"/>
              <a:t>가 아닌 </a:t>
            </a:r>
            <a:endParaRPr lang="en-US" altLang="ko-KR" dirty="0"/>
          </a:p>
          <a:p>
            <a:pPr algn="ctr"/>
            <a:r>
              <a:rPr lang="en-US" altLang="ko-KR" dirty="0" err="1"/>
              <a:t>nativeEvent</a:t>
            </a:r>
            <a:r>
              <a:rPr lang="ko-KR" altLang="en-US" dirty="0"/>
              <a:t>를 감싼 </a:t>
            </a:r>
            <a:r>
              <a:rPr lang="en-US" altLang="ko-KR" b="1" dirty="0" err="1"/>
              <a:t>SyntheticEvent</a:t>
            </a:r>
            <a:r>
              <a:rPr lang="ko-KR" altLang="en-US" dirty="0"/>
              <a:t>를 사용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244541-5B9F-9219-FD98-A2F431A762AA}"/>
              </a:ext>
            </a:extLst>
          </p:cNvPr>
          <p:cNvSpPr txBox="1"/>
          <p:nvPr/>
        </p:nvSpPr>
        <p:spPr>
          <a:xfrm>
            <a:off x="1237693" y="4728335"/>
            <a:ext cx="9796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💥 </a:t>
            </a:r>
            <a:r>
              <a:rPr lang="en-US" altLang="ko-KR" b="1" dirty="0" err="1"/>
              <a:t>SyntheticEvent</a:t>
            </a:r>
            <a:endParaRPr lang="en-US" altLang="ko-KR" b="1" dirty="0"/>
          </a:p>
          <a:p>
            <a:pPr algn="ctr"/>
            <a:r>
              <a:rPr lang="ko-KR" altLang="en-US" dirty="0"/>
              <a:t>브라우저 이벤트들을 포함하고 있는 </a:t>
            </a:r>
            <a:r>
              <a:rPr lang="ko-KR" altLang="en-US" b="1" dirty="0" err="1">
                <a:solidFill>
                  <a:schemeClr val="accent1"/>
                </a:solidFill>
              </a:rPr>
              <a:t>리액트</a:t>
            </a:r>
            <a:r>
              <a:rPr lang="ko-KR" altLang="en-US" b="1" dirty="0">
                <a:solidFill>
                  <a:schemeClr val="accent1"/>
                </a:solidFill>
              </a:rPr>
              <a:t> 고유 이벤트 객체</a:t>
            </a:r>
          </a:p>
        </p:txBody>
      </p:sp>
    </p:spTree>
    <p:extLst>
      <p:ext uri="{BB962C8B-B14F-4D97-AF65-F5344CB8AC3E}">
        <p14:creationId xmlns:p14="http://schemas.microsoft.com/office/powerpoint/2010/main" val="216276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2ED02-3326-D1A1-E9D0-68ECC6297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컴포넌트에서의 이벤트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164-56CC-323D-F86E-CDDC34C6F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B22CE3-1211-B61A-01FB-C2FCF434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AE3C2-F07D-A2CE-FAD1-533A2D22D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클래스형 컴포넌트에서는 </a:t>
            </a:r>
            <a:r>
              <a:rPr lang="en-US" altLang="ko-KR" b="1" dirty="0">
                <a:solidFill>
                  <a:schemeClr val="accent1"/>
                </a:solidFill>
              </a:rPr>
              <a:t>this</a:t>
            </a:r>
            <a:r>
              <a:rPr lang="ko-KR" altLang="en-US" dirty="0"/>
              <a:t>를 사용해야 함수를 찾아갈 수 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(state</a:t>
            </a:r>
            <a:r>
              <a:rPr lang="ko-KR" altLang="en-US" dirty="0"/>
              <a:t>와 </a:t>
            </a:r>
            <a:r>
              <a:rPr lang="en-US" altLang="ko-KR" dirty="0"/>
              <a:t>props</a:t>
            </a:r>
            <a:r>
              <a:rPr lang="ko-KR" altLang="en-US" dirty="0"/>
              <a:t>와 동일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39104F-3731-AD23-79C1-6A343FBB1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45349"/>
            <a:ext cx="10390823" cy="904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155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82668-8E44-ED6E-9811-FB00C6D8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함수에서 </a:t>
            </a:r>
            <a:r>
              <a:rPr lang="en-US" altLang="ko-KR" dirty="0"/>
              <a:t>this </a:t>
            </a:r>
            <a:r>
              <a:rPr lang="ko-KR" altLang="en-US" dirty="0"/>
              <a:t>사용하기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867B29-0E3A-4955-CC1F-560992FD5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5068E-430D-4BE5-8CE2-117F88CCC3A1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C26517-A91F-E605-9E78-E9C9490C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7DCB27-8B54-0ACB-7D07-185C4B1AC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bind</a:t>
            </a:r>
            <a:r>
              <a:rPr lang="ko-KR" altLang="en-US" dirty="0"/>
              <a:t> 사용하기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화살표 함수 이용하기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A106C4-2C76-5472-97FF-6F6565716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4461" y="1667778"/>
            <a:ext cx="5404339" cy="205443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59FD848-3338-5EFC-74F4-4A61E81A9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479" y="4089597"/>
            <a:ext cx="4671891" cy="132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911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1B7EE-A66C-2A59-7AAF-1D4C656C3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함수에 인자 보내기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513F2A-32C4-E6C0-4322-3FD3F1A37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25F84-7286-4CA9-8454-9C0AD804DE0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501CD1-36DD-FD82-9543-6146FC63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C794318-54B2-CA10-6549-AC695B4E4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22" y="2137634"/>
            <a:ext cx="10820356" cy="9603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926C6-ABF6-D813-4BF4-0C384C85D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576"/>
          <a:stretch/>
        </p:blipFill>
        <p:spPr>
          <a:xfrm>
            <a:off x="685822" y="4310977"/>
            <a:ext cx="10820355" cy="477889"/>
          </a:xfrm>
          <a:prstGeom prst="rect">
            <a:avLst/>
          </a:prstGeom>
        </p:spPr>
      </p:pic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5CA1AE80-6F8A-B697-E117-7CB75FA3A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420" y="1565213"/>
            <a:ext cx="10515600" cy="39555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화살표 함수 이용하기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altLang="ko-KR" dirty="0"/>
              <a:t>bind</a:t>
            </a:r>
            <a:r>
              <a:rPr lang="ko-KR" altLang="en-US" dirty="0"/>
              <a:t> 사용하기</a:t>
            </a:r>
            <a:endParaRPr lang="en-US" altLang="ko-KR" dirty="0"/>
          </a:p>
          <a:p>
            <a:pPr marL="514350" indent="-51435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798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2ED02-3326-D1A1-E9D0-68ECC6297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컴포넌트에서의 이벤트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164-56CC-323D-F86E-CDDC34C6F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B22CE3-1211-B61A-01FB-C2FCF434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AE3C2-F07D-A2CE-FAD1-533A2D22D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함수에 인자가 </a:t>
            </a:r>
            <a:r>
              <a:rPr lang="ko-KR" altLang="en-US" dirty="0" smtClean="0"/>
              <a:t>없는 </a:t>
            </a:r>
            <a:r>
              <a:rPr lang="ko-KR" altLang="en-US" dirty="0"/>
              <a:t>경우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함수에 인자가 </a:t>
            </a:r>
            <a:r>
              <a:rPr lang="ko-KR" altLang="en-US" dirty="0" smtClean="0"/>
              <a:t>있는 </a:t>
            </a:r>
            <a:r>
              <a:rPr lang="ko-KR" altLang="en-US" dirty="0"/>
              <a:t>경우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479E736-7E70-74AC-BC6C-57A0C9B0F8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048" r="43959" b="62326"/>
          <a:stretch/>
        </p:blipFill>
        <p:spPr>
          <a:xfrm>
            <a:off x="1184987" y="2438936"/>
            <a:ext cx="7104789" cy="5665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05E14B6-AD0E-260E-6939-0AC4281311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2889" r="3505" b="3505"/>
          <a:stretch/>
        </p:blipFill>
        <p:spPr>
          <a:xfrm>
            <a:off x="1184987" y="4001294"/>
            <a:ext cx="10354975" cy="82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587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0A421F-38AB-A0C8-4720-2AD039A60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5508" y="3497888"/>
            <a:ext cx="7742663" cy="278117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이벤트 핸들링 실습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7B1316-1F01-A547-2C0A-66500E996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4"/>
              </a:rPr>
              <a:t>https://</a:t>
            </a:r>
            <a:r>
              <a:rPr lang="en-US" altLang="ko-KR" dirty="0" smtClean="0">
                <a:hlinkClick r:id="rId4"/>
              </a:rPr>
              <a:t>codingon.co.kr/partner/sesac_ydp_5th/login</a:t>
            </a:r>
            <a:endParaRPr lang="en-US" altLang="ko-KR" dirty="0" smtClean="0"/>
          </a:p>
          <a:p>
            <a:r>
              <a:rPr lang="ko-KR" altLang="en-US" dirty="0" smtClean="0"/>
              <a:t>접속 </a:t>
            </a:r>
            <a:r>
              <a:rPr lang="ko-KR" altLang="en-US" dirty="0"/>
              <a:t>후 </a:t>
            </a:r>
            <a:r>
              <a:rPr lang="en-US" altLang="ko-KR" dirty="0"/>
              <a:t>“React &gt; </a:t>
            </a:r>
            <a:r>
              <a:rPr lang="ko-KR" altLang="en-US" dirty="0"/>
              <a:t>이벤트 핸들링</a:t>
            </a:r>
            <a:r>
              <a:rPr lang="en-US" altLang="ko-KR" dirty="0"/>
              <a:t> </a:t>
            </a:r>
            <a:r>
              <a:rPr lang="ko-KR" altLang="en-US" dirty="0"/>
              <a:t>실습 진행</a:t>
            </a:r>
            <a:r>
              <a:rPr lang="en-US" altLang="ko-KR" dirty="0"/>
              <a:t>“</a:t>
            </a:r>
          </a:p>
          <a:p>
            <a:r>
              <a:rPr lang="ko-KR" altLang="en-US" dirty="0"/>
              <a:t>함수형으로도 만들어보기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5DF12E8-C5BE-ABAA-E147-02444AA43208}"/>
              </a:ext>
            </a:extLst>
          </p:cNvPr>
          <p:cNvSpPr/>
          <p:nvPr/>
        </p:nvSpPr>
        <p:spPr>
          <a:xfrm>
            <a:off x="3915508" y="4435155"/>
            <a:ext cx="7186246" cy="90664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State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이벤트 핸들링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47C9FF7-1555-0ABB-D3AE-A8BBF66A7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136" y="2746471"/>
            <a:ext cx="3088858" cy="163268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91C671D-EEF4-C002-4BE0-384FDBDE0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220" y="2746471"/>
            <a:ext cx="3345403" cy="17668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6CA8F71-FCEC-F49B-88CB-7C5A543674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849" y="2817878"/>
            <a:ext cx="3137210" cy="1695429"/>
          </a:xfrm>
          <a:prstGeom prst="rect">
            <a:avLst/>
          </a:prstGeom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FE046686-8412-CCA0-59BB-FE1FB4A307D7}"/>
              </a:ext>
            </a:extLst>
          </p:cNvPr>
          <p:cNvSpPr/>
          <p:nvPr/>
        </p:nvSpPr>
        <p:spPr>
          <a:xfrm rot="18844310">
            <a:off x="4538517" y="4031507"/>
            <a:ext cx="479503" cy="365125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8A08DA88-90C0-E7C0-03AF-03DA52238EEF}"/>
              </a:ext>
            </a:extLst>
          </p:cNvPr>
          <p:cNvSpPr/>
          <p:nvPr/>
        </p:nvSpPr>
        <p:spPr>
          <a:xfrm rot="18844310">
            <a:off x="9151406" y="3960986"/>
            <a:ext cx="479503" cy="365125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249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State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이벤트 핸들링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7" name="bandicam 2022-10-07 12-27-04-842">
            <a:hlinkClick r:id="" action="ppaction://media"/>
            <a:extLst>
              <a:ext uri="{FF2B5EF4-FFF2-40B4-BE49-F238E27FC236}">
                <a16:creationId xmlns:a16="http://schemas.microsoft.com/office/drawing/2014/main" id="{2C7430AD-D2D7-484B-EB41-99FE1B92AFD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27073"/>
          <a:stretch/>
        </p:blipFill>
        <p:spPr>
          <a:xfrm>
            <a:off x="2530195" y="2049840"/>
            <a:ext cx="7456985" cy="259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87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67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smtClean="0"/>
              <a:t>종합 실습 </a:t>
            </a:r>
            <a:r>
              <a:rPr lang="en-US" altLang="ko-KR" dirty="0" smtClean="0"/>
              <a:t>(props, state, event)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3" name="20230927-0126-48.7395426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514543" y="1816372"/>
            <a:ext cx="4871811" cy="326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87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코딩온">
      <a:majorFont>
        <a:latin typeface="메이플스토리"/>
        <a:ea typeface="메이플스토리"/>
        <a:cs typeface=""/>
      </a:majorFont>
      <a:minorFont>
        <a:latin typeface="메이플스토리"/>
        <a:ea typeface="메이플스토리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570</TotalTime>
  <Words>246</Words>
  <Application>Microsoft Office PowerPoint</Application>
  <PresentationFormat>와이드스크린</PresentationFormat>
  <Paragraphs>95</Paragraphs>
  <Slides>13</Slides>
  <Notes>11</Notes>
  <HiddenSlides>0</HiddenSlides>
  <MMClips>2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메이플스토리</vt:lpstr>
      <vt:lpstr>Arial</vt:lpstr>
      <vt:lpstr>1_Office 테마</vt:lpstr>
      <vt:lpstr>웹 개발자 부트캠프 과정</vt:lpstr>
      <vt:lpstr>Event Handling</vt:lpstr>
      <vt:lpstr>React의 Event</vt:lpstr>
      <vt:lpstr>React의 Event 주의점</vt:lpstr>
      <vt:lpstr>React 합성 이벤트</vt:lpstr>
      <vt:lpstr>클래스형 컴포넌트에서의 이벤트</vt:lpstr>
      <vt:lpstr>함수에서 this 사용하기</vt:lpstr>
      <vt:lpstr>함수에 인자 보내기</vt:lpstr>
      <vt:lpstr>함수형 컴포넌트에서의 이벤트</vt:lpstr>
      <vt:lpstr>실습. 이벤트 핸들링 실습</vt:lpstr>
      <vt:lpstr>실습. State &amp; 이벤트 핸들링</vt:lpstr>
      <vt:lpstr>실습. State &amp; 이벤트 핸들링2</vt:lpstr>
      <vt:lpstr>실습. 종합 실습 (props, state, event)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SPREATICS1</cp:lastModifiedBy>
  <cp:revision>106</cp:revision>
  <dcterms:created xsi:type="dcterms:W3CDTF">2022-06-26T11:10:22Z</dcterms:created>
  <dcterms:modified xsi:type="dcterms:W3CDTF">2023-09-27T01:28:14Z</dcterms:modified>
</cp:coreProperties>
</file>