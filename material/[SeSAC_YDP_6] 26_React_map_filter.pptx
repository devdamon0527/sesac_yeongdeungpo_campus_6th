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22"/>
  </p:notesMasterIdLst>
  <p:sldIdLst>
    <p:sldId id="256" r:id="rId2"/>
    <p:sldId id="268" r:id="rId3"/>
    <p:sldId id="272" r:id="rId4"/>
    <p:sldId id="291" r:id="rId5"/>
    <p:sldId id="292" r:id="rId6"/>
    <p:sldId id="275" r:id="rId7"/>
    <p:sldId id="276" r:id="rId8"/>
    <p:sldId id="277" r:id="rId9"/>
    <p:sldId id="278" r:id="rId10"/>
    <p:sldId id="279" r:id="rId11"/>
    <p:sldId id="280" r:id="rId12"/>
    <p:sldId id="290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89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55" autoAdjust="0"/>
    <p:restoredTop sz="73684" autoAdjust="0"/>
  </p:normalViewPr>
  <p:slideViewPr>
    <p:cSldViewPr snapToGrid="0">
      <p:cViewPr varScale="1">
        <p:scale>
          <a:sx n="75" d="100"/>
          <a:sy n="75" d="100"/>
        </p:scale>
        <p:origin x="40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2023-10-04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map</a:t>
            </a:r>
            <a:r>
              <a:rPr lang="ko-KR" altLang="en-US" dirty="0"/>
              <a:t>을 사용하면 됩니다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95619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물론 오브젝트로 이루어진 배열 뿐만 아니라 </a:t>
            </a:r>
            <a:endParaRPr lang="en-US" altLang="ko-KR" dirty="0"/>
          </a:p>
          <a:p>
            <a:r>
              <a:rPr lang="ko-KR" altLang="en-US" dirty="0" err="1"/>
              <a:t>숫자형</a:t>
            </a:r>
            <a:r>
              <a:rPr lang="ko-KR" altLang="en-US" dirty="0"/>
              <a:t> 배열</a:t>
            </a:r>
            <a:r>
              <a:rPr lang="en-US" altLang="ko-KR" dirty="0"/>
              <a:t>, </a:t>
            </a:r>
            <a:r>
              <a:rPr lang="ko-KR" altLang="en-US" dirty="0"/>
              <a:t>문자형 </a:t>
            </a:r>
            <a:r>
              <a:rPr lang="ko-KR" altLang="en-US" dirty="0" err="1"/>
              <a:t>배열등</a:t>
            </a:r>
            <a:r>
              <a:rPr lang="ko-KR" altLang="en-US" dirty="0"/>
              <a:t> 모든 값을 </a:t>
            </a:r>
            <a:r>
              <a:rPr lang="en-US" altLang="ko-KR" dirty="0"/>
              <a:t>props</a:t>
            </a:r>
            <a:r>
              <a:rPr lang="ko-KR" altLang="en-US" dirty="0"/>
              <a:t>로 전달할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숫자형이나</a:t>
            </a:r>
            <a:r>
              <a:rPr lang="ko-KR" altLang="en-US" dirty="0"/>
              <a:t> </a:t>
            </a:r>
            <a:r>
              <a:rPr lang="ko-KR" altLang="en-US" dirty="0" err="1"/>
              <a:t>문자형일</a:t>
            </a:r>
            <a:r>
              <a:rPr lang="ko-KR" altLang="en-US" dirty="0"/>
              <a:t> 때는 그냥 </a:t>
            </a:r>
            <a:r>
              <a:rPr lang="en-US" altLang="ko-KR" dirty="0"/>
              <a:t>el </a:t>
            </a:r>
            <a:r>
              <a:rPr lang="ko-KR" altLang="en-US" dirty="0"/>
              <a:t>자체를 </a:t>
            </a:r>
            <a:r>
              <a:rPr lang="en-US" altLang="ko-KR" dirty="0"/>
              <a:t>props</a:t>
            </a:r>
            <a:r>
              <a:rPr lang="ko-KR" altLang="en-US" dirty="0"/>
              <a:t>로 전달하면 되지만</a:t>
            </a:r>
            <a:endParaRPr lang="en-US" altLang="ko-KR" dirty="0"/>
          </a:p>
          <a:p>
            <a:r>
              <a:rPr lang="ko-KR" altLang="en-US" dirty="0"/>
              <a:t>오브젝트 배열일 때는 점</a:t>
            </a:r>
            <a:r>
              <a:rPr lang="en-US" altLang="ko-KR" baseline="0" dirty="0"/>
              <a:t> </a:t>
            </a:r>
            <a:r>
              <a:rPr lang="ko-KR" altLang="en-US" baseline="0" dirty="0"/>
              <a:t>접근 법으로 </a:t>
            </a:r>
            <a:r>
              <a:rPr lang="en-US" altLang="ko-KR" baseline="0" dirty="0"/>
              <a:t>value</a:t>
            </a:r>
            <a:r>
              <a:rPr lang="ko-KR" altLang="en-US" baseline="0" dirty="0"/>
              <a:t>를 전달해야한다는 점을 주의</a:t>
            </a:r>
            <a:r>
              <a:rPr lang="en-US" altLang="ko-KR" baseline="0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660BF-9D8A-4D9B-A2EE-C667F9509E93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22458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2682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86299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2525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91922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46950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25257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Reduce</a:t>
            </a:r>
            <a:r>
              <a:rPr lang="en-US" altLang="ko-KR" baseline="0" dirty="0"/>
              <a:t> </a:t>
            </a:r>
            <a:r>
              <a:rPr lang="ko-KR" altLang="en-US" baseline="0" dirty="0"/>
              <a:t>함수 설명도 추가 가능하다면</a:t>
            </a:r>
            <a:r>
              <a:rPr lang="en-US" altLang="ko-KR" baseline="0"/>
              <a:t>!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90574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05_list_map_filter</a:t>
            </a:r>
          </a:p>
          <a:p>
            <a:r>
              <a:rPr lang="en-US" altLang="ko-KR" dirty="0"/>
              <a:t>1</a:t>
            </a:r>
            <a:r>
              <a:rPr lang="ko-KR" altLang="en-US" dirty="0"/>
              <a:t>문제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459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05_list_map_filter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0776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05_list_map_filter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434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폰트, 텍스트, 로고, 그래픽이(가) 표시된 사진&#10;&#10;자동 생성된 설명">
            <a:extLst>
              <a:ext uri="{FF2B5EF4-FFF2-40B4-BE49-F238E27FC236}">
                <a16:creationId xmlns:a16="http://schemas.microsoft.com/office/drawing/2014/main" id="{01AB1409-DEDF-C824-D8D3-05B260A93B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33" y="103811"/>
            <a:ext cx="4328535" cy="228080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15" name="부제목 2">
            <a:extLst>
              <a:ext uri="{FF2B5EF4-FFF2-40B4-BE49-F238E27FC236}">
                <a16:creationId xmlns:a16="http://schemas.microsoft.com/office/drawing/2014/main" id="{26026682-DE15-5F01-6FA7-8F46F9ABCC2A}"/>
              </a:ext>
            </a:extLst>
          </p:cNvPr>
          <p:cNvSpPr txBox="1">
            <a:spLocks/>
          </p:cNvSpPr>
          <p:nvPr userDrawn="1"/>
        </p:nvSpPr>
        <p:spPr>
          <a:xfrm>
            <a:off x="9110749" y="5933035"/>
            <a:ext cx="294851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altLang="ko-KR" sz="2000" u="none" dirty="0"/>
              <a:t>With. </a:t>
            </a:r>
            <a:r>
              <a:rPr lang="ko-KR" altLang="en-US" sz="2000" u="none" dirty="0"/>
              <a:t>팀 </a:t>
            </a:r>
            <a:r>
              <a:rPr lang="ko-KR" altLang="en-US" sz="2000" u="none" dirty="0" err="1"/>
              <a:t>뤼쳐드</a:t>
            </a:r>
            <a:endParaRPr lang="ko-KR" altLang="en-US" sz="2000" u="none" dirty="0"/>
          </a:p>
        </p:txBody>
      </p:sp>
    </p:spTree>
    <p:extLst>
      <p:ext uri="{BB962C8B-B14F-4D97-AF65-F5344CB8AC3E}">
        <p14:creationId xmlns:p14="http://schemas.microsoft.com/office/powerpoint/2010/main" val="2104502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0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608942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493143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9029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449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3661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141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306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0181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68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5480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78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FFA81A6-6D9A-9C22-6A01-103FCC7108B8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4576" y="140110"/>
            <a:ext cx="1026976" cy="2051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E8CEA0B-0194-B9A0-705F-CAB04B3523DA}"/>
              </a:ext>
            </a:extLst>
          </p:cNvPr>
          <p:cNvSpPr txBox="1"/>
          <p:nvPr userDrawn="1"/>
        </p:nvSpPr>
        <p:spPr>
          <a:xfrm>
            <a:off x="10814758" y="104713"/>
            <a:ext cx="2270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X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pic>
        <p:nvPicPr>
          <p:cNvPr id="11" name="Picture 4" descr="청년취업사관학교, 새싹(SeSAC) - YouTube">
            <a:extLst>
              <a:ext uri="{FF2B5EF4-FFF2-40B4-BE49-F238E27FC236}">
                <a16:creationId xmlns:a16="http://schemas.microsoft.com/office/drawing/2014/main" id="{AD5D531A-42B5-6D12-7A47-FFEB75D29CB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 cstate="hqprint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2653" y="54125"/>
            <a:ext cx="371243" cy="371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9173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7.png"/><Relationship Id="rId4" Type="http://schemas.openxmlformats.org/officeDocument/2006/relationships/notesSlide" Target="../notesSlides/notesSlide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codingon.co.kr/partner/sesac_ydp_5th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2023년 10월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map()</a:t>
            </a:r>
            <a:r>
              <a:rPr lang="ko-KR" altLang="en-US" dirty="0"/>
              <a:t>을 이용한 반복</a:t>
            </a:r>
          </a:p>
        </p:txBody>
      </p:sp>
    </p:spTree>
    <p:extLst>
      <p:ext uri="{BB962C8B-B14F-4D97-AF65-F5344CB8AC3E}">
        <p14:creationId xmlns:p14="http://schemas.microsoft.com/office/powerpoint/2010/main" val="3576966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FB17D5-C686-6D90-A10C-DFBDB6D2F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map()</a:t>
            </a:r>
            <a:r>
              <a:rPr lang="ko-KR" altLang="en-US" dirty="0"/>
              <a:t> 함수 문법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912659-0178-7724-84E7-F9804EEB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2EEAA-2D64-41F3-9CC6-1D2C9158BEA1}" type="datetime6">
              <a:rPr lang="ko-KR" altLang="en-US" smtClean="0"/>
              <a:t>2023년 10월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038AD2A-D098-5002-7259-7C0CF8DA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0A8FF-58B4-AADA-C277-115F024B2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" y="2504145"/>
            <a:ext cx="10515600" cy="3461238"/>
          </a:xfrm>
        </p:spPr>
        <p:txBody>
          <a:bodyPr/>
          <a:lstStyle/>
          <a:p>
            <a:r>
              <a:rPr lang="en-US" altLang="ko-KR" dirty="0" err="1"/>
              <a:t>callbackFunction</a:t>
            </a:r>
            <a:endParaRPr lang="en-US" altLang="ko-KR" dirty="0"/>
          </a:p>
          <a:p>
            <a:pPr lvl="1"/>
            <a:r>
              <a:rPr lang="ko-KR" altLang="en-US" dirty="0"/>
              <a:t>새로운 배열의 요소를 생성하는 함수로</a:t>
            </a:r>
            <a:r>
              <a:rPr lang="en-US" altLang="ko-KR" dirty="0"/>
              <a:t>, </a:t>
            </a:r>
            <a:r>
              <a:rPr lang="en-US" altLang="ko-KR" dirty="0" err="1"/>
              <a:t>currentValue</a:t>
            </a:r>
            <a:r>
              <a:rPr lang="en-US" altLang="ko-KR" dirty="0"/>
              <a:t>, index, array 3</a:t>
            </a:r>
            <a:r>
              <a:rPr lang="ko-KR" altLang="en-US" dirty="0"/>
              <a:t>개의 인수를 가질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en-US" altLang="ko-KR" dirty="0" err="1"/>
              <a:t>this.Arg</a:t>
            </a:r>
            <a:r>
              <a:rPr lang="en-US" altLang="ko-KR" dirty="0"/>
              <a:t>] </a:t>
            </a:r>
            <a:r>
              <a:rPr lang="ko-KR" altLang="en-US" dirty="0"/>
              <a:t>는 생략 가능한 것으로 </a:t>
            </a:r>
            <a:r>
              <a:rPr lang="en-US" altLang="ko-KR" dirty="0" err="1"/>
              <a:t>callbackFunction</a:t>
            </a:r>
            <a:r>
              <a:rPr lang="en-US" altLang="ko-KR" dirty="0"/>
              <a:t> </a:t>
            </a:r>
            <a:r>
              <a:rPr lang="ko-KR" altLang="en-US" dirty="0"/>
              <a:t>에서 사용할 </a:t>
            </a:r>
            <a:r>
              <a:rPr lang="en-US" altLang="ko-KR" dirty="0"/>
              <a:t>this </a:t>
            </a:r>
            <a:r>
              <a:rPr lang="ko-KR" altLang="en-US" dirty="0"/>
              <a:t>객체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DAE6A3-6074-A6A5-BC16-5ACF24C50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14046"/>
            <a:ext cx="9416222" cy="76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291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데이터</a:t>
            </a:r>
            <a:r>
              <a:rPr lang="en-US" altLang="ko-KR" dirty="0"/>
              <a:t>, map()</a:t>
            </a:r>
            <a:r>
              <a:rPr lang="ko-KR" altLang="en-US" dirty="0"/>
              <a:t>과 함께 사용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배열 데이터를 좀 더 효율적으로 그리기 위해서 </a:t>
            </a:r>
            <a:r>
              <a:rPr lang="en-US" altLang="ko-KR" dirty="0"/>
              <a:t>map </a:t>
            </a:r>
            <a:r>
              <a:rPr lang="ko-KR" altLang="en-US" dirty="0"/>
              <a:t>사용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key</a:t>
            </a:r>
          </a:p>
          <a:p>
            <a:pPr lvl="1"/>
            <a:r>
              <a:rPr lang="ko-KR" altLang="en-US" dirty="0"/>
              <a:t>기존 요소와 업데이트 요소를 비교하는데 사용되는 속성</a:t>
            </a:r>
            <a:r>
              <a:rPr lang="en-US" altLang="ko-KR" dirty="0"/>
              <a:t>, </a:t>
            </a:r>
          </a:p>
          <a:p>
            <a:pPr lvl="1"/>
            <a:r>
              <a:rPr lang="ko-KR" altLang="en-US" dirty="0" err="1"/>
              <a:t>다른요소와</a:t>
            </a:r>
            <a:r>
              <a:rPr lang="ko-KR" altLang="en-US" dirty="0"/>
              <a:t> 겹치지 않는 </a:t>
            </a:r>
            <a:r>
              <a:rPr lang="ko-KR" altLang="en-US" dirty="0">
                <a:solidFill>
                  <a:schemeClr val="accent1"/>
                </a:solidFill>
              </a:rPr>
              <a:t>고유한 값</a:t>
            </a:r>
            <a:r>
              <a:rPr lang="ko-KR" altLang="en-US" dirty="0"/>
              <a:t>이어야 합니다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key</a:t>
            </a:r>
            <a:r>
              <a:rPr lang="ko-KR" altLang="en-US" dirty="0"/>
              <a:t>는 고유한 값을 가져야 하기 때문에 배열의 요소 중 고유한 값</a:t>
            </a:r>
            <a:r>
              <a:rPr lang="en-US" altLang="ko-KR" dirty="0"/>
              <a:t>(id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이 존재하지 않는다면 </a:t>
            </a:r>
            <a:r>
              <a:rPr lang="en-US" altLang="ko-KR" dirty="0"/>
              <a:t>index</a:t>
            </a:r>
            <a:r>
              <a:rPr lang="ko-KR" altLang="en-US" dirty="0"/>
              <a:t>로 사용해도 됩니다</a:t>
            </a:r>
            <a:r>
              <a:rPr lang="en-US" altLang="ko-KR" dirty="0"/>
              <a:t>! (</a:t>
            </a:r>
            <a:r>
              <a:rPr lang="ko-KR" altLang="en-US" dirty="0"/>
              <a:t>단</a:t>
            </a:r>
            <a:r>
              <a:rPr lang="en-US" altLang="ko-KR" dirty="0"/>
              <a:t>, index </a:t>
            </a:r>
            <a:r>
              <a:rPr lang="ko-KR" altLang="en-US" dirty="0"/>
              <a:t>를 사용하는 것은 최후의 수단</a:t>
            </a:r>
            <a:r>
              <a:rPr lang="en-US" altLang="ko-KR" dirty="0"/>
              <a:t>!)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100665" y="2544002"/>
            <a:ext cx="8365067" cy="120032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3399FF"/>
                </a:solidFill>
                <a:latin typeface="Consolas" panose="020B0609020204030204" pitchFamily="49" charset="0"/>
              </a:rPr>
              <a:t>{</a:t>
            </a:r>
            <a:r>
              <a:rPr lang="ko-KR" altLang="en-US" sz="2400" dirty="0">
                <a:solidFill>
                  <a:srgbClr val="F07178"/>
                </a:solidFill>
                <a:latin typeface="Consolas" panose="020B0609020204030204" pitchFamily="49" charset="0"/>
              </a:rPr>
              <a:t>배열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400" dirty="0">
                <a:solidFill>
                  <a:srgbClr val="82AAFF"/>
                </a:solidFill>
                <a:latin typeface="Consolas" panose="020B0609020204030204" pitchFamily="49" charset="0"/>
              </a:rPr>
              <a:t>map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2400" dirty="0">
                <a:solidFill>
                  <a:srgbClr val="F78C6C"/>
                </a:solidFill>
                <a:latin typeface="Consolas" panose="020B0609020204030204" pitchFamily="49" charset="0"/>
              </a:rPr>
              <a:t>요소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2400" dirty="0">
                <a:solidFill>
                  <a:srgbClr val="F78C6C"/>
                </a:solidFill>
                <a:latin typeface="Consolas" panose="020B0609020204030204" pitchFamily="49" charset="0"/>
              </a:rPr>
              <a:t>인덱스</a:t>
            </a:r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=&gt;</a:t>
            </a:r>
            <a:r>
              <a:rPr lang="ko-KR" altLang="en-US" sz="24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{</a:t>
            </a:r>
            <a:endParaRPr lang="ko-KR" altLang="en-US" sz="2400" dirty="0">
              <a:solidFill>
                <a:srgbClr val="FF00FF"/>
              </a:solidFill>
              <a:latin typeface="Consolas" panose="020B0609020204030204" pitchFamily="49" charset="0"/>
            </a:endParaRPr>
          </a:p>
          <a:p>
            <a:r>
              <a:rPr lang="ko-KR" altLang="en-US" sz="2400" dirty="0">
                <a:solidFill>
                  <a:srgbClr val="89DDFF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return &lt;</a:t>
            </a:r>
            <a:r>
              <a:rPr lang="en-US" altLang="ko-KR" sz="24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ko-KR" altLang="en-US" sz="2400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key=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ko-KR" altLang="en-US" sz="2400" dirty="0">
                <a:solidFill>
                  <a:srgbClr val="F07178"/>
                </a:solidFill>
                <a:latin typeface="Consolas" panose="020B0609020204030204" pitchFamily="49" charset="0"/>
              </a:rPr>
              <a:t>인덱스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}&gt;{</a:t>
            </a:r>
            <a:r>
              <a:rPr lang="ko-KR" altLang="en-US" sz="2400" dirty="0">
                <a:solidFill>
                  <a:srgbClr val="F07178"/>
                </a:solidFill>
                <a:latin typeface="Consolas" panose="020B0609020204030204" pitchFamily="49" charset="0"/>
              </a:rPr>
              <a:t>요소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}&lt;/</a:t>
            </a:r>
            <a:r>
              <a:rPr lang="en-US" altLang="ko-KR" sz="2400" dirty="0">
                <a:solidFill>
                  <a:srgbClr val="F07178"/>
                </a:solidFill>
                <a:latin typeface="Consolas" panose="020B0609020204030204" pitchFamily="49" charset="0"/>
              </a:rPr>
              <a:t>div</a:t>
            </a:r>
            <a:r>
              <a:rPr lang="en-US" altLang="ko-KR" sz="2400" dirty="0">
                <a:solidFill>
                  <a:srgbClr val="89DDFF"/>
                </a:solidFill>
                <a:latin typeface="Consolas" panose="020B0609020204030204" pitchFamily="49" charset="0"/>
              </a:rPr>
              <a:t>&gt;;</a:t>
            </a:r>
            <a:endParaRPr lang="ko-KR" altLang="en-US" sz="24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>
                <a:solidFill>
                  <a:srgbClr val="FF00FF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rgbClr val="3399FF"/>
                </a:solidFill>
                <a:latin typeface="Consolas" panose="020B0609020204030204" pitchFamily="49" charset="0"/>
              </a:rPr>
              <a:t>}</a:t>
            </a:r>
            <a:endParaRPr lang="ko-KR" altLang="en-US" sz="2400" b="0" dirty="0">
              <a:solidFill>
                <a:srgbClr val="3399F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857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데이터</a:t>
            </a:r>
            <a:r>
              <a:rPr lang="en-US" altLang="ko-KR" dirty="0"/>
              <a:t>, map()</a:t>
            </a:r>
            <a:r>
              <a:rPr lang="ko-KR" altLang="en-US" dirty="0"/>
              <a:t>과 함께 사용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div </a:t>
            </a:r>
            <a:r>
              <a:rPr lang="ko-KR" altLang="en-US" dirty="0"/>
              <a:t>같은 태그가 아닌 만들어준 </a:t>
            </a:r>
            <a:r>
              <a:rPr lang="ko-KR" altLang="en-US" dirty="0">
                <a:solidFill>
                  <a:schemeClr val="accent1"/>
                </a:solidFill>
              </a:rPr>
              <a:t>컴포넌트</a:t>
            </a:r>
            <a:r>
              <a:rPr lang="ko-KR" altLang="en-US" dirty="0"/>
              <a:t>와 함께 사용할 수도 있겠죠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1049867" y="2631632"/>
            <a:ext cx="8513233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ko-KR" altLang="en-US" dirty="0">
                <a:solidFill>
                  <a:srgbClr val="F07178"/>
                </a:solidFill>
                <a:latin typeface="Consolas" panose="020B0609020204030204" pitchFamily="49" charset="0"/>
              </a:rPr>
              <a:t>배열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82AAFF"/>
                </a:solidFill>
                <a:latin typeface="Consolas" panose="020B0609020204030204" pitchFamily="49" charset="0"/>
              </a:rPr>
              <a:t>map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((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element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, </a:t>
            </a:r>
            <a:r>
              <a:rPr lang="en-US" altLang="ko-KR" dirty="0">
                <a:solidFill>
                  <a:srgbClr val="F78C6C"/>
                </a:solidFill>
                <a:latin typeface="Consolas" panose="020B0609020204030204" pitchFamily="49" charset="0"/>
              </a:rPr>
              <a:t>index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)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{</a:t>
            </a:r>
            <a:endParaRPr lang="ko-KR" altLang="en-US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89DDFF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return &lt;</a:t>
            </a:r>
            <a:r>
              <a:rPr lang="en-US" altLang="ko-KR" dirty="0" err="1">
                <a:solidFill>
                  <a:srgbClr val="FFCB6B"/>
                </a:solidFill>
                <a:latin typeface="Consolas" panose="020B0609020204030204" pitchFamily="49" charset="0"/>
              </a:rPr>
              <a:t>FunctionProps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name=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element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name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 </a:t>
            </a:r>
            <a:r>
              <a:rPr lang="en-US" altLang="ko-KR" dirty="0">
                <a:solidFill>
                  <a:srgbClr val="C792EA"/>
                </a:solidFill>
                <a:latin typeface="Consolas" panose="020B0609020204030204" pitchFamily="49" charset="0"/>
              </a:rPr>
              <a:t>key=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en-US" altLang="ko-KR" dirty="0">
                <a:solidFill>
                  <a:srgbClr val="F07178"/>
                </a:solidFill>
                <a:latin typeface="Consolas" panose="020B0609020204030204" pitchFamily="49" charset="0"/>
              </a:rPr>
              <a:t>index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} /&gt;;</a:t>
            </a:r>
            <a:endParaRPr lang="en-US" altLang="ko-KR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      })}</a:t>
            </a:r>
            <a:endParaRPr lang="en-US" altLang="ko-KR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97D4E95-2D1D-14FE-83B5-ED0363FF8405}"/>
              </a:ext>
            </a:extLst>
          </p:cNvPr>
          <p:cNvCxnSpPr>
            <a:cxnSpLocks/>
          </p:cNvCxnSpPr>
          <p:nvPr/>
        </p:nvCxnSpPr>
        <p:spPr>
          <a:xfrm>
            <a:off x="1507066" y="3074035"/>
            <a:ext cx="42846" cy="1628131"/>
          </a:xfrm>
          <a:prstGeom prst="straightConnector1">
            <a:avLst/>
          </a:prstGeom>
          <a:ln w="76200">
            <a:solidFill>
              <a:schemeClr val="accent5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9697" y="4702166"/>
            <a:ext cx="421140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+mn-ea"/>
              </a:rPr>
              <a:t>let</a:t>
            </a:r>
            <a:r>
              <a:rPr lang="ko-KR" altLang="en-US" sz="2000" dirty="0">
                <a:latin typeface="+mn-ea"/>
              </a:rPr>
              <a:t> 배열</a:t>
            </a:r>
            <a:r>
              <a:rPr lang="en-US" altLang="ko-KR" sz="2000" dirty="0">
                <a:latin typeface="+mn-ea"/>
              </a:rPr>
              <a:t>=[{name:”</a:t>
            </a:r>
            <a:r>
              <a:rPr lang="en-US" altLang="ko-KR" sz="2000" dirty="0" err="1">
                <a:latin typeface="+mn-ea"/>
              </a:rPr>
              <a:t>allie</a:t>
            </a:r>
            <a:r>
              <a:rPr lang="en-US" altLang="ko-KR" sz="2000" dirty="0">
                <a:latin typeface="+mn-ea"/>
              </a:rPr>
              <a:t>”},</a:t>
            </a:r>
          </a:p>
          <a:p>
            <a:r>
              <a:rPr lang="en-US" altLang="ko-KR" sz="2000" dirty="0">
                <a:latin typeface="+mn-ea"/>
              </a:rPr>
              <a:t>	 {</a:t>
            </a:r>
            <a:r>
              <a:rPr lang="en-US" altLang="ko-KR" sz="2000" dirty="0" err="1">
                <a:latin typeface="+mn-ea"/>
              </a:rPr>
              <a:t>name:”Lucy</a:t>
            </a:r>
            <a:r>
              <a:rPr lang="en-US" altLang="ko-KR" sz="2000" dirty="0">
                <a:latin typeface="+mn-ea"/>
              </a:rPr>
              <a:t>”},</a:t>
            </a:r>
          </a:p>
          <a:p>
            <a:r>
              <a:rPr lang="en-US" altLang="ko-KR" sz="2000" dirty="0">
                <a:latin typeface="+mn-ea"/>
              </a:rPr>
              <a:t>	 {</a:t>
            </a:r>
            <a:r>
              <a:rPr lang="en-US" altLang="ko-KR" sz="2000" dirty="0" err="1">
                <a:latin typeface="+mn-ea"/>
              </a:rPr>
              <a:t>name:”Linda</a:t>
            </a:r>
            <a:r>
              <a:rPr lang="en-US" altLang="ko-KR" sz="2000" dirty="0">
                <a:latin typeface="+mn-ea"/>
              </a:rPr>
              <a:t>”},</a:t>
            </a:r>
          </a:p>
          <a:p>
            <a:r>
              <a:rPr lang="en-US" altLang="ko-KR" sz="2000" dirty="0">
                <a:latin typeface="+mn-ea"/>
              </a:rPr>
              <a:t>	 ];</a:t>
            </a:r>
          </a:p>
          <a:p>
            <a:r>
              <a:rPr lang="ko-KR" altLang="en-US" sz="2000" dirty="0">
                <a:latin typeface="+mn-ea"/>
              </a:rPr>
              <a:t>와 같은 </a:t>
            </a:r>
            <a:r>
              <a:rPr lang="ko-KR" altLang="en-US" sz="2000" dirty="0">
                <a:solidFill>
                  <a:schemeClr val="accent1"/>
                </a:solidFill>
                <a:latin typeface="+mn-ea"/>
              </a:rPr>
              <a:t>오브젝트로 이루어진 배열</a:t>
            </a:r>
            <a:r>
              <a:rPr lang="ko-KR" altLang="en-US" sz="2000" dirty="0">
                <a:latin typeface="+mn-ea"/>
              </a:rPr>
              <a:t>이라면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9609" y="4348223"/>
            <a:ext cx="42415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+mn-ea"/>
              </a:rPr>
              <a:t>오브젝트의 </a:t>
            </a:r>
            <a:r>
              <a:rPr lang="ko-KR" altLang="en-US" sz="2000" dirty="0">
                <a:solidFill>
                  <a:schemeClr val="accent1"/>
                </a:solidFill>
                <a:latin typeface="+mn-ea"/>
              </a:rPr>
              <a:t>점 접근법으로 </a:t>
            </a:r>
            <a:r>
              <a:rPr lang="en-US" altLang="ko-KR" sz="2000" dirty="0">
                <a:solidFill>
                  <a:schemeClr val="accent1"/>
                </a:solidFill>
                <a:latin typeface="+mn-ea"/>
              </a:rPr>
              <a:t>props </a:t>
            </a:r>
            <a:r>
              <a:rPr lang="ko-KR" altLang="en-US" sz="2000" dirty="0">
                <a:solidFill>
                  <a:schemeClr val="accent1"/>
                </a:solidFill>
                <a:latin typeface="+mn-ea"/>
              </a:rPr>
              <a:t>전달 </a:t>
            </a:r>
            <a:r>
              <a:rPr lang="en-US" altLang="ko-KR" sz="2000" dirty="0">
                <a:latin typeface="+mn-ea"/>
              </a:rPr>
              <a:t>&amp;</a:t>
            </a:r>
          </a:p>
          <a:p>
            <a:r>
              <a:rPr lang="ko-KR" altLang="en-US" sz="2000" dirty="0">
                <a:latin typeface="+mn-ea"/>
              </a:rPr>
              <a:t>배열의 개수만큼 컴포넌트 생성</a:t>
            </a:r>
            <a:r>
              <a:rPr lang="en-US" altLang="ko-KR" sz="2000" dirty="0">
                <a:latin typeface="+mn-ea"/>
              </a:rPr>
              <a:t>,</a:t>
            </a:r>
            <a:endParaRPr lang="ko-KR" altLang="en-US" sz="2000" dirty="0">
              <a:latin typeface="+mn-ea"/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97D4E95-2D1D-14FE-83B5-ED0363FF8405}"/>
              </a:ext>
            </a:extLst>
          </p:cNvPr>
          <p:cNvCxnSpPr>
            <a:cxnSpLocks/>
          </p:cNvCxnSpPr>
          <p:nvPr/>
        </p:nvCxnSpPr>
        <p:spPr>
          <a:xfrm>
            <a:off x="6366933" y="3358729"/>
            <a:ext cx="54885" cy="833075"/>
          </a:xfrm>
          <a:prstGeom prst="straightConnector1">
            <a:avLst/>
          </a:prstGeom>
          <a:ln w="76200">
            <a:solidFill>
              <a:schemeClr val="accent5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316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DB0C6E-D947-B48D-9981-6D400FEE7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1A6BA4-B9B9-9FA3-03AE-2CA8C3F4E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60D5C-6858-45BD-B9C9-03C5FB5E96FA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3635A7F-0D89-A433-921F-6ED714202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11FF6FC9-7FE9-72E4-431E-7887F5EFD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9629" y="2180255"/>
            <a:ext cx="1880771" cy="34966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52007B6-5F0A-F07E-35DE-D44EC376A0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70" y="1325563"/>
            <a:ext cx="7499031" cy="354120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7D789E0-59CB-3676-215C-66F4D34A97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71" y="4950248"/>
            <a:ext cx="7499030" cy="1270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37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5DC7FC-429E-6D32-128B-12D33F6D3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35DE98-1FC6-0BE5-FB5C-16A91CE48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0E07E-9745-4A1E-87D3-F87BED6F3F73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63854FD-40E1-1051-5F2A-D5BEBB161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FC276A-553F-953B-7C0A-C456523CA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280" y="3835982"/>
            <a:ext cx="10904220" cy="2247900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map()</a:t>
            </a:r>
            <a:r>
              <a:rPr lang="ko-KR" altLang="en-US" sz="2400" dirty="0"/>
              <a:t> 함수를 이용해 컴포넌트를 생성할 때 </a:t>
            </a:r>
            <a:r>
              <a:rPr lang="en-US" altLang="ko-KR" sz="2400" dirty="0"/>
              <a:t>“key” </a:t>
            </a:r>
            <a:r>
              <a:rPr lang="ko-KR" altLang="en-US" sz="2400" dirty="0"/>
              <a:t>사용을 권장한다</a:t>
            </a:r>
            <a:r>
              <a:rPr lang="en-US" altLang="ko-KR" sz="2400" dirty="0"/>
              <a:t>.</a:t>
            </a:r>
          </a:p>
          <a:p>
            <a:r>
              <a:rPr lang="en-US" altLang="ko-KR" sz="2400" dirty="0"/>
              <a:t>Why? React</a:t>
            </a:r>
            <a:r>
              <a:rPr lang="ko-KR" altLang="en-US" sz="2400" dirty="0"/>
              <a:t>는 업데이트 전 기존 요소와 업데이트 후 요소를 비교하는데 </a:t>
            </a:r>
            <a:r>
              <a:rPr lang="en-US" altLang="ko-KR" sz="2400" dirty="0"/>
              <a:t>key</a:t>
            </a:r>
            <a:r>
              <a:rPr lang="ko-KR" altLang="en-US" sz="2400" dirty="0"/>
              <a:t>를 사용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E96540C-D1A1-4332-E3CD-CB173694DB2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208" r="4189" b="7572"/>
          <a:stretch/>
        </p:blipFill>
        <p:spPr>
          <a:xfrm>
            <a:off x="662540" y="1629782"/>
            <a:ext cx="9484930" cy="2065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5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45871"/>
            <a:ext cx="10515600" cy="3031029"/>
          </a:xfrm>
        </p:spPr>
        <p:txBody>
          <a:bodyPr/>
          <a:lstStyle/>
          <a:p>
            <a:r>
              <a:rPr lang="en-US" altLang="ko-KR" dirty="0"/>
              <a:t>Key</a:t>
            </a:r>
            <a:r>
              <a:rPr lang="ko-KR" altLang="en-US" dirty="0"/>
              <a:t>를 </a:t>
            </a:r>
            <a:r>
              <a:rPr lang="en-US" altLang="ko-KR" dirty="0"/>
              <a:t>index </a:t>
            </a:r>
            <a:r>
              <a:rPr lang="ko-KR" altLang="en-US" dirty="0"/>
              <a:t>값으로 설정할 시</a:t>
            </a:r>
            <a:r>
              <a:rPr lang="en-US" altLang="ko-KR" dirty="0"/>
              <a:t>, </a:t>
            </a:r>
            <a:r>
              <a:rPr lang="ko-KR" altLang="en-US" dirty="0"/>
              <a:t>리스트의 순서가 변경되면 모든 </a:t>
            </a:r>
            <a:r>
              <a:rPr lang="en-US" altLang="ko-KR" dirty="0"/>
              <a:t>key</a:t>
            </a:r>
            <a:r>
              <a:rPr lang="ko-KR" altLang="en-US" dirty="0"/>
              <a:t>가 변경되므로 </a:t>
            </a:r>
            <a:r>
              <a:rPr lang="en-US" altLang="ko-KR" dirty="0"/>
              <a:t>key</a:t>
            </a:r>
            <a:r>
              <a:rPr lang="ko-KR" altLang="en-US" dirty="0"/>
              <a:t>는 </a:t>
            </a:r>
            <a:r>
              <a:rPr lang="en-US" altLang="ko-KR" dirty="0"/>
              <a:t>index </a:t>
            </a:r>
            <a:r>
              <a:rPr lang="ko-KR" altLang="en-US" dirty="0"/>
              <a:t>가 아닌 고유한 값으로 설정해야 한다</a:t>
            </a:r>
          </a:p>
          <a:p>
            <a:pPr lvl="1"/>
            <a:r>
              <a:rPr lang="en-US" altLang="ko-KR" dirty="0"/>
              <a:t>But,</a:t>
            </a:r>
            <a:r>
              <a:rPr lang="ko-KR" altLang="en-US" dirty="0"/>
              <a:t> 현재는 </a:t>
            </a:r>
            <a:r>
              <a:rPr lang="ko-KR" altLang="en-US" b="1" dirty="0"/>
              <a:t>고유 값으로 설정할 만한 게 없으니</a:t>
            </a:r>
            <a:r>
              <a:rPr lang="en-US" altLang="ko-KR" b="1" dirty="0"/>
              <a:t>, index</a:t>
            </a:r>
            <a:r>
              <a:rPr lang="ko-KR" altLang="en-US" dirty="0"/>
              <a:t>로 테스트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9B0E144-7859-A3F0-B48F-A37AA81ED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51622"/>
            <a:ext cx="5282354" cy="78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2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820" y="1329783"/>
            <a:ext cx="10515600" cy="4461417"/>
          </a:xfrm>
        </p:spPr>
        <p:txBody>
          <a:bodyPr/>
          <a:lstStyle/>
          <a:p>
            <a:r>
              <a:rPr lang="ko-KR" altLang="en-US" dirty="0"/>
              <a:t>각 원소마다 고유 </a:t>
            </a:r>
            <a:r>
              <a:rPr lang="en-US" altLang="ko-KR" dirty="0"/>
              <a:t>id </a:t>
            </a:r>
            <a:r>
              <a:rPr lang="ko-KR" altLang="en-US" dirty="0"/>
              <a:t>값을 갖고 있다면</a:t>
            </a:r>
            <a:r>
              <a:rPr lang="en-US" altLang="ko-KR" dirty="0"/>
              <a:t>? </a:t>
            </a:r>
            <a:r>
              <a:rPr lang="ko-KR" altLang="en-US" dirty="0"/>
              <a:t>다음과 같이 설정할 수 있다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9EE1673-7212-FFAC-16ED-0C821377F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255" y="1970001"/>
            <a:ext cx="7609704" cy="410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307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483"/>
            <a:ext cx="10515600" cy="4461417"/>
          </a:xfrm>
        </p:spPr>
        <p:txBody>
          <a:bodyPr/>
          <a:lstStyle/>
          <a:p>
            <a:r>
              <a:rPr lang="en-US" altLang="ko-KR" dirty="0"/>
              <a:t>input</a:t>
            </a:r>
            <a:r>
              <a:rPr lang="ko-KR" altLang="en-US" dirty="0"/>
              <a:t>으로 새로운 알파벳 추가해보기</a:t>
            </a:r>
          </a:p>
        </p:txBody>
      </p:sp>
      <p:pic>
        <p:nvPicPr>
          <p:cNvPr id="6" name="bandicam 2022-10-08 13-57-46-893">
            <a:hlinkClick r:id="" action="ppaction://media"/>
            <a:extLst>
              <a:ext uri="{FF2B5EF4-FFF2-40B4-BE49-F238E27FC236}">
                <a16:creationId xmlns:a16="http://schemas.microsoft.com/office/drawing/2014/main" id="{40814AFD-74E4-1F76-4E48-BF34D103EBA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t="16672"/>
          <a:stretch/>
        </p:blipFill>
        <p:spPr>
          <a:xfrm>
            <a:off x="1099280" y="2013991"/>
            <a:ext cx="6137861" cy="3523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719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3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Component</a:t>
            </a:r>
            <a:r>
              <a:rPr lang="ko-KR" altLang="en-US" dirty="0"/>
              <a:t>에 </a:t>
            </a:r>
            <a:r>
              <a:rPr lang="en-US" altLang="ko-KR" dirty="0"/>
              <a:t>map() </a:t>
            </a:r>
            <a:r>
              <a:rPr lang="ko-KR" altLang="en-US" dirty="0"/>
              <a:t>적용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483"/>
            <a:ext cx="10515600" cy="4461417"/>
          </a:xfrm>
        </p:spPr>
        <p:txBody>
          <a:bodyPr/>
          <a:lstStyle/>
          <a:p>
            <a:r>
              <a:rPr lang="en-US" altLang="ko-KR" dirty="0"/>
              <a:t>input</a:t>
            </a:r>
            <a:r>
              <a:rPr lang="ko-KR" altLang="en-US" dirty="0"/>
              <a:t>으로 새로운 알파벳 추가해보기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6B95769-FA4E-C4E3-980B-0857B19945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592" y="1897380"/>
            <a:ext cx="9085897" cy="436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476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</a:t>
            </a:r>
            <a:r>
              <a:rPr lang="ko-KR" altLang="en-US" dirty="0"/>
              <a:t>를 이용한 </a:t>
            </a:r>
            <a:r>
              <a:rPr lang="ko-KR" altLang="en-US" dirty="0" err="1"/>
              <a:t>필터링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0713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FB17D5-C686-6D90-A10C-DFBDB6D2F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</a:t>
            </a:r>
            <a:r>
              <a:rPr lang="ko-KR" altLang="en-US" dirty="0"/>
              <a:t>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912659-0178-7724-84E7-F9804EEB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2EEAA-2D64-41F3-9CC6-1D2C9158BEA1}" type="datetime6">
              <a:rPr lang="ko-KR" altLang="en-US" smtClean="0"/>
              <a:t>2023년 10월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038AD2A-D098-5002-7259-7C0CF8DA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0A8FF-58B4-AADA-C277-115F024B2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5438"/>
            <a:ext cx="10777396" cy="4553128"/>
          </a:xfrm>
        </p:spPr>
        <p:txBody>
          <a:bodyPr/>
          <a:lstStyle/>
          <a:p>
            <a:r>
              <a:rPr lang="en-US" altLang="ko-KR" dirty="0"/>
              <a:t>filter()</a:t>
            </a:r>
            <a:r>
              <a:rPr lang="ko-KR" altLang="en-US" dirty="0"/>
              <a:t>의 인자로 넘겨지는 </a:t>
            </a:r>
            <a:r>
              <a:rPr lang="en-US" altLang="ko-KR" dirty="0"/>
              <a:t>callback </a:t>
            </a:r>
            <a:r>
              <a:rPr lang="ko-KR" altLang="en-US" dirty="0"/>
              <a:t>함수의 </a:t>
            </a:r>
            <a:r>
              <a:rPr lang="ko-KR" altLang="en-US" dirty="0">
                <a:solidFill>
                  <a:schemeClr val="accent1"/>
                </a:solidFill>
              </a:rPr>
              <a:t>테스트</a:t>
            </a:r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조건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  <a:r>
              <a:rPr lang="ko-KR" altLang="en-US" dirty="0">
                <a:solidFill>
                  <a:schemeClr val="accent1"/>
                </a:solidFill>
              </a:rPr>
              <a:t>를 통과하는 요소</a:t>
            </a:r>
            <a:r>
              <a:rPr lang="ko-KR" altLang="en-US" dirty="0"/>
              <a:t>를 모아 새로운 배열을 생성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filter() </a:t>
            </a:r>
            <a:r>
              <a:rPr lang="ko-KR" altLang="en-US" dirty="0"/>
              <a:t>함수를 사용하여 배열에서 원하는 값을 삭제하는 코드 구현 가능</a:t>
            </a:r>
            <a:r>
              <a:rPr lang="en-US" altLang="ko-KR" dirty="0"/>
              <a:t>.</a:t>
            </a:r>
            <a:endParaRPr lang="en-US" altLang="ko-KR" sz="4000" dirty="0"/>
          </a:p>
          <a:p>
            <a:pPr marL="0" indent="0">
              <a:buNone/>
            </a:pPr>
            <a:endParaRPr lang="en-US" altLang="ko-KR" sz="4000" dirty="0"/>
          </a:p>
        </p:txBody>
      </p:sp>
    </p:spTree>
    <p:extLst>
      <p:ext uri="{BB962C8B-B14F-4D97-AF65-F5344CB8AC3E}">
        <p14:creationId xmlns:p14="http://schemas.microsoft.com/office/powerpoint/2010/main" val="1354429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522050-7763-6208-1396-B5F36655A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 </a:t>
            </a:r>
            <a:r>
              <a:rPr lang="ko-KR" altLang="en-US" dirty="0"/>
              <a:t>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CC3575-1366-5D73-9DE9-B73FF8519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2C582-12D8-4D41-A2C5-A40388E0E0C0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4B8AFD-EA3C-4E22-2FCF-36057085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EADD0B-E0F6-DF81-16CA-3F1243869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704" y="1604886"/>
            <a:ext cx="9885264" cy="15943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F54EA57-41CC-BC70-A478-9980B25D57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3336" y="3388702"/>
            <a:ext cx="5061184" cy="9620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C297A26-E454-67FE-5A8A-9677FB650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980" y="4726383"/>
            <a:ext cx="9678408" cy="599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8242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522050-7763-6208-1396-B5F36655A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 </a:t>
            </a:r>
            <a:r>
              <a:rPr lang="ko-KR" altLang="en-US" dirty="0"/>
              <a:t>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CC3575-1366-5D73-9DE9-B73FF8519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88F0C-5E74-4ECC-96D5-84470E352FFC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4B8AFD-EA3C-4E22-2FCF-36057085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8B3227-CF71-B240-EE62-0C1CBB1DF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A2BF954-D47F-45A4-DC9D-285984373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211" y="2016797"/>
            <a:ext cx="7669578" cy="2968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530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 </a:t>
            </a:r>
            <a:r>
              <a:rPr lang="ko-KR" altLang="en-US" dirty="0"/>
              <a:t>응용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B6E6F2-4A1F-0E69-67A4-8E7EA1060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483"/>
            <a:ext cx="10515600" cy="4461417"/>
          </a:xfrm>
        </p:spPr>
        <p:txBody>
          <a:bodyPr/>
          <a:lstStyle/>
          <a:p>
            <a:r>
              <a:rPr lang="ko-KR" altLang="en-US" dirty="0"/>
              <a:t>알파벳을 더블 클릭 했을 때 알파벳 삭제해보기</a:t>
            </a:r>
          </a:p>
        </p:txBody>
      </p:sp>
      <p:pic>
        <p:nvPicPr>
          <p:cNvPr id="7" name="bandicam 2022-10-08 16-14-20-833">
            <a:hlinkClick r:id="" action="ppaction://media"/>
            <a:extLst>
              <a:ext uri="{FF2B5EF4-FFF2-40B4-BE49-F238E27FC236}">
                <a16:creationId xmlns:a16="http://schemas.microsoft.com/office/drawing/2014/main" id="{227B04B9-B351-59E3-A93A-BCC15B0DE93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t="21597"/>
          <a:stretch/>
        </p:blipFill>
        <p:spPr>
          <a:xfrm>
            <a:off x="1140908" y="2285999"/>
            <a:ext cx="5884360" cy="3178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301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133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AE432-154C-1C3F-A5EC-16DFF73F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filter() </a:t>
            </a:r>
            <a:r>
              <a:rPr lang="ko-KR" altLang="en-US" dirty="0"/>
              <a:t>응용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058E69-2519-5C7B-E619-FCE4F8E78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F60AA-9663-4C10-96A7-DFE487A1DFF7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2D925E-B075-9DDE-125B-43171B9E6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C0EB19B-C0C6-4EE2-71CC-D431A634B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613" y="1214051"/>
            <a:ext cx="11018774" cy="4787183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2E775F9E-EA2C-FD91-9B4F-4BA95A07505D}"/>
              </a:ext>
            </a:extLst>
          </p:cNvPr>
          <p:cNvSpPr/>
          <p:nvPr/>
        </p:nvSpPr>
        <p:spPr>
          <a:xfrm>
            <a:off x="635620" y="2587083"/>
            <a:ext cx="6322741" cy="1115122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A0AC4FB-083D-982A-0BE5-18B0ED76F017}"/>
              </a:ext>
            </a:extLst>
          </p:cNvPr>
          <p:cNvSpPr/>
          <p:nvPr/>
        </p:nvSpPr>
        <p:spPr>
          <a:xfrm>
            <a:off x="5207621" y="4916257"/>
            <a:ext cx="4241180" cy="347120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95203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57ECE3F-9D7E-9A94-0C19-BEF8339E0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429000"/>
            <a:ext cx="5155254" cy="210528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C705268-880D-AF4E-8A90-8B152EB81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ko-KR" altLang="en-US" dirty="0"/>
              <a:t>컴포넌트 응용 실습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E9B434-8977-A422-69B8-4F63EBA50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28EF7-11FE-469C-80FD-B28204A21ED9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5E3E9B0-C628-12AF-B688-62BAA3A8B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7B1316-1F01-A547-2C0A-66500E996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1160"/>
            <a:ext cx="10515600" cy="4515803"/>
          </a:xfrm>
        </p:spPr>
        <p:txBody>
          <a:bodyPr/>
          <a:lstStyle/>
          <a:p>
            <a:r>
              <a:rPr lang="en-US" altLang="ko-KR" dirty="0">
                <a:hlinkClick r:id="rId4"/>
              </a:rPr>
              <a:t>https://codingon.co.kr/partner/sesac_ydp_5th</a:t>
            </a:r>
            <a:r>
              <a:rPr lang="en-US" altLang="ko-KR" dirty="0"/>
              <a:t>  </a:t>
            </a:r>
          </a:p>
          <a:p>
            <a:r>
              <a:rPr lang="ko-KR" altLang="en-US" dirty="0"/>
              <a:t>접속 후 </a:t>
            </a:r>
            <a:r>
              <a:rPr lang="en-US" altLang="ko-KR" dirty="0"/>
              <a:t>“React &gt; </a:t>
            </a:r>
            <a:r>
              <a:rPr lang="ko-KR" altLang="en-US" dirty="0"/>
              <a:t>컴포넌트 응용</a:t>
            </a:r>
            <a:r>
              <a:rPr lang="en-US" altLang="ko-KR" dirty="0"/>
              <a:t> </a:t>
            </a:r>
            <a:r>
              <a:rPr lang="ko-KR" altLang="en-US" dirty="0"/>
              <a:t>실습 진행</a:t>
            </a:r>
            <a:r>
              <a:rPr lang="en-US" altLang="ko-KR" dirty="0"/>
              <a:t>＂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5DF12E8-C5BE-ABAA-E147-02444AA43208}"/>
              </a:ext>
            </a:extLst>
          </p:cNvPr>
          <p:cNvSpPr/>
          <p:nvPr/>
        </p:nvSpPr>
        <p:spPr>
          <a:xfrm>
            <a:off x="6134100" y="4142622"/>
            <a:ext cx="5155254" cy="65011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90103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880986-6552-641B-A348-25A9A8B15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React </a:t>
            </a:r>
            <a:r>
              <a:rPr lang="ko-KR" altLang="en-US" dirty="0"/>
              <a:t>실습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8ED35F-A2FD-32CC-89B5-D86E46726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46E86-D891-418E-AA4A-1B62CB6BC0FA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99FC5B5-877A-9C49-545A-E14820A6D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B45408-8D12-9C89-4EBE-B7C17E5E4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1" y="1565213"/>
            <a:ext cx="10515600" cy="4111688"/>
          </a:xfrm>
        </p:spPr>
        <p:txBody>
          <a:bodyPr/>
          <a:lstStyle/>
          <a:p>
            <a:r>
              <a:rPr lang="en-US" altLang="ko-KR" dirty="0"/>
              <a:t>1) </a:t>
            </a:r>
            <a:r>
              <a:rPr lang="ko-KR" altLang="en-US" dirty="0"/>
              <a:t>함수형 컴포넌트 이용하기</a:t>
            </a:r>
            <a:endParaRPr lang="en-US" altLang="ko-KR" dirty="0"/>
          </a:p>
          <a:p>
            <a:r>
              <a:rPr lang="en-US" altLang="ko-KR" dirty="0"/>
              <a:t>2) </a:t>
            </a:r>
            <a:r>
              <a:rPr lang="en-US" altLang="ko-KR" dirty="0" err="1"/>
              <a:t>useState</a:t>
            </a:r>
            <a:r>
              <a:rPr lang="en-US" altLang="ko-KR" dirty="0"/>
              <a:t> </a:t>
            </a:r>
            <a:r>
              <a:rPr lang="ko-KR" altLang="en-US" dirty="0"/>
              <a:t>이용하기</a:t>
            </a:r>
            <a:endParaRPr lang="en-US" altLang="ko-KR" dirty="0"/>
          </a:p>
          <a:p>
            <a:r>
              <a:rPr lang="en-US" altLang="ko-KR" dirty="0"/>
              <a:t>3) map() </a:t>
            </a:r>
            <a:r>
              <a:rPr lang="ko-KR" altLang="en-US" dirty="0"/>
              <a:t>이용하기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5509A92-8143-5819-A04C-B5F6399C3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9588" y="2200655"/>
            <a:ext cx="5715000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691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34BD03-0071-664F-8802-C057F62F9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선택</a:t>
            </a:r>
            <a:r>
              <a:rPr lang="en-US" altLang="ko-KR" dirty="0">
                <a:solidFill>
                  <a:schemeClr val="accent1"/>
                </a:solidFill>
              </a:rPr>
              <a:t>) </a:t>
            </a:r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React </a:t>
            </a:r>
            <a:r>
              <a:rPr lang="ko-KR" altLang="en-US" dirty="0"/>
              <a:t>실습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D8DA84-5954-E86F-D71D-796FD4CF1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5D0F2-A8EF-4980-A350-BB14CAF3E230}" type="datetime6">
              <a:rPr lang="ko-KR" altLang="en-US" smtClean="0"/>
              <a:t>2023년 10월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91900A9-DEE1-08C0-470D-3D5B35E52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E8E160-CF7B-E2E1-FBCA-FCC3A268E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직전 실습에 이어서 </a:t>
            </a:r>
            <a:r>
              <a:rPr lang="en-US" altLang="ko-KR" dirty="0"/>
              <a:t>“</a:t>
            </a:r>
            <a:r>
              <a:rPr lang="ko-KR" altLang="en-US" dirty="0"/>
              <a:t>검색</a:t>
            </a:r>
            <a:r>
              <a:rPr lang="en-US" altLang="ko-KR" dirty="0"/>
              <a:t>” </a:t>
            </a:r>
            <a:r>
              <a:rPr lang="ko-KR" altLang="en-US" dirty="0"/>
              <a:t>기능 추가</a:t>
            </a:r>
            <a:endParaRPr lang="en-US" altLang="ko-KR" dirty="0"/>
          </a:p>
          <a:p>
            <a:pPr lvl="1"/>
            <a:r>
              <a:rPr lang="ko-KR" altLang="en-US" dirty="0"/>
              <a:t>힌트</a:t>
            </a:r>
            <a:r>
              <a:rPr lang="en-US" altLang="ko-KR" dirty="0"/>
              <a:t>1. filter() </a:t>
            </a:r>
            <a:r>
              <a:rPr lang="ko-KR" altLang="en-US" dirty="0"/>
              <a:t>메서드 사용</a:t>
            </a:r>
            <a:endParaRPr lang="en-US" altLang="ko-KR" dirty="0"/>
          </a:p>
          <a:p>
            <a:pPr lvl="1"/>
            <a:r>
              <a:rPr lang="ko-KR" altLang="en-US" dirty="0"/>
              <a:t>힌트</a:t>
            </a:r>
            <a:r>
              <a:rPr lang="en-US" altLang="ko-KR" dirty="0"/>
              <a:t>2. select </a:t>
            </a:r>
            <a:r>
              <a:rPr lang="ko-KR" altLang="en-US" dirty="0"/>
              <a:t>태그 </a:t>
            </a:r>
            <a:r>
              <a:rPr lang="en-US" altLang="ko-KR" dirty="0" err="1"/>
              <a:t>onChange</a:t>
            </a:r>
            <a:r>
              <a:rPr lang="en-US" altLang="ko-KR" dirty="0"/>
              <a:t> </a:t>
            </a:r>
            <a:r>
              <a:rPr lang="ko-KR" altLang="en-US" dirty="0"/>
              <a:t>이벤트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5A6473E-0669-06F4-292D-F9ABB806B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5916" y="1760507"/>
            <a:ext cx="4227899" cy="4481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11415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코딩온">
      <a:majorFont>
        <a:latin typeface="메이플스토리"/>
        <a:ea typeface="메이플스토리"/>
        <a:cs typeface=""/>
      </a:majorFont>
      <a:minorFont>
        <a:latin typeface="메이플스토리"/>
        <a:ea typeface="메이플스토리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522</TotalTime>
  <Words>605</Words>
  <Application>Microsoft Office PowerPoint</Application>
  <PresentationFormat>와이드스크린</PresentationFormat>
  <Paragraphs>124</Paragraphs>
  <Slides>20</Slides>
  <Notes>13</Notes>
  <HiddenSlides>0</HiddenSlides>
  <MMClips>2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5" baseType="lpstr">
      <vt:lpstr>맑은 고딕</vt:lpstr>
      <vt:lpstr>메이플스토리</vt:lpstr>
      <vt:lpstr>Arial</vt:lpstr>
      <vt:lpstr>Consolas</vt:lpstr>
      <vt:lpstr>1_Office 테마</vt:lpstr>
      <vt:lpstr>웹 개발자 부트캠프 과정</vt:lpstr>
      <vt:lpstr>map()을 이용한 반복</vt:lpstr>
      <vt:lpstr>map() 함수 문법</vt:lpstr>
      <vt:lpstr>배열 데이터, map()과 함께 사용</vt:lpstr>
      <vt:lpstr>배열 데이터, map()과 함께 사용</vt:lpstr>
      <vt:lpstr>Component에 map() 적용</vt:lpstr>
      <vt:lpstr>Component에 map() 적용</vt:lpstr>
      <vt:lpstr>Component에 map() 적용</vt:lpstr>
      <vt:lpstr>Component에 map() 적용</vt:lpstr>
      <vt:lpstr>Component에 map() 적용</vt:lpstr>
      <vt:lpstr>Component에 map() 적용</vt:lpstr>
      <vt:lpstr>filter()를 이용한 필터링</vt:lpstr>
      <vt:lpstr>filter() 함수</vt:lpstr>
      <vt:lpstr>filter() 함수</vt:lpstr>
      <vt:lpstr>filter() 함수</vt:lpstr>
      <vt:lpstr>filter() 응용</vt:lpstr>
      <vt:lpstr>filter() 응용</vt:lpstr>
      <vt:lpstr>실습. 컴포넌트 응용 실습</vt:lpstr>
      <vt:lpstr>실습. React 실습</vt:lpstr>
      <vt:lpstr>(선택) 실습. React 실습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고서연</cp:lastModifiedBy>
  <cp:revision>104</cp:revision>
  <dcterms:created xsi:type="dcterms:W3CDTF">2022-06-26T11:10:22Z</dcterms:created>
  <dcterms:modified xsi:type="dcterms:W3CDTF">2023-10-04T00:58:59Z</dcterms:modified>
</cp:coreProperties>
</file>