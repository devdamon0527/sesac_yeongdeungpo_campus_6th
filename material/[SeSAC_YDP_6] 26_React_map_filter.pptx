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20"/>
  </p:notesMasterIdLst>
  <p:sldIdLst>
    <p:sldId id="256" r:id="rId2"/>
    <p:sldId id="268" r:id="rId3"/>
    <p:sldId id="272" r:id="rId4"/>
    <p:sldId id="291" r:id="rId5"/>
    <p:sldId id="292" r:id="rId6"/>
    <p:sldId id="275" r:id="rId7"/>
    <p:sldId id="276" r:id="rId8"/>
    <p:sldId id="277" r:id="rId9"/>
    <p:sldId id="278" r:id="rId10"/>
    <p:sldId id="279" r:id="rId11"/>
    <p:sldId id="280" r:id="rId12"/>
    <p:sldId id="290" r:id="rId13"/>
    <p:sldId id="282" r:id="rId14"/>
    <p:sldId id="283" r:id="rId15"/>
    <p:sldId id="284" r:id="rId16"/>
    <p:sldId id="285" r:id="rId17"/>
    <p:sldId id="286" r:id="rId18"/>
    <p:sldId id="29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C173"/>
    <a:srgbClr val="F99F2C"/>
    <a:srgbClr val="FFFFFF"/>
    <a:srgbClr val="B4D56D"/>
    <a:srgbClr val="B1DDB4"/>
    <a:srgbClr val="F9A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5" autoAdjust="0"/>
    <p:restoredTop sz="73684" autoAdjust="0"/>
  </p:normalViewPr>
  <p:slideViewPr>
    <p:cSldViewPr snapToGrid="0">
      <p:cViewPr varScale="1">
        <p:scale>
          <a:sx n="57" d="100"/>
          <a:sy n="57" d="100"/>
        </p:scale>
        <p:origin x="84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52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2024-08-05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842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901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map</a:t>
            </a:r>
            <a:r>
              <a:rPr lang="ko-KR" altLang="en-US" dirty="0"/>
              <a:t>을 사용하면 됩니다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9561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물론 오브젝트로 이루어진 배열 뿐만 아니라 </a:t>
            </a:r>
            <a:endParaRPr lang="en-US" altLang="ko-KR" dirty="0"/>
          </a:p>
          <a:p>
            <a:r>
              <a:rPr lang="ko-KR" altLang="en-US" dirty="0" err="1"/>
              <a:t>숫자형</a:t>
            </a:r>
            <a:r>
              <a:rPr lang="ko-KR" altLang="en-US" dirty="0"/>
              <a:t> 배열</a:t>
            </a:r>
            <a:r>
              <a:rPr lang="en-US" altLang="ko-KR" dirty="0"/>
              <a:t>, </a:t>
            </a:r>
            <a:r>
              <a:rPr lang="ko-KR" altLang="en-US" dirty="0"/>
              <a:t>문자형 </a:t>
            </a:r>
            <a:r>
              <a:rPr lang="ko-KR" altLang="en-US" dirty="0" err="1"/>
              <a:t>배열등</a:t>
            </a:r>
            <a:r>
              <a:rPr lang="ko-KR" altLang="en-US" dirty="0"/>
              <a:t> 모든 값을 </a:t>
            </a:r>
            <a:r>
              <a:rPr lang="en-US" altLang="ko-KR" dirty="0"/>
              <a:t>props</a:t>
            </a:r>
            <a:r>
              <a:rPr lang="ko-KR" altLang="en-US" dirty="0"/>
              <a:t>로 전달할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숫자형이나</a:t>
            </a:r>
            <a:r>
              <a:rPr lang="ko-KR" altLang="en-US" dirty="0"/>
              <a:t> </a:t>
            </a:r>
            <a:r>
              <a:rPr lang="ko-KR" altLang="en-US" dirty="0" err="1"/>
              <a:t>문자형일</a:t>
            </a:r>
            <a:r>
              <a:rPr lang="ko-KR" altLang="en-US" dirty="0"/>
              <a:t> 때는 그냥 </a:t>
            </a:r>
            <a:r>
              <a:rPr lang="en-US" altLang="ko-KR" dirty="0"/>
              <a:t>el </a:t>
            </a:r>
            <a:r>
              <a:rPr lang="ko-KR" altLang="en-US" dirty="0"/>
              <a:t>자체를 </a:t>
            </a:r>
            <a:r>
              <a:rPr lang="en-US" altLang="ko-KR" dirty="0"/>
              <a:t>props</a:t>
            </a:r>
            <a:r>
              <a:rPr lang="ko-KR" altLang="en-US" dirty="0"/>
              <a:t>로 전달하면 되지만</a:t>
            </a:r>
            <a:endParaRPr lang="en-US" altLang="ko-KR" dirty="0"/>
          </a:p>
          <a:p>
            <a:r>
              <a:rPr lang="ko-KR" altLang="en-US" dirty="0"/>
              <a:t>오브젝트 배열일 때는 점</a:t>
            </a:r>
            <a:r>
              <a:rPr lang="en-US" altLang="ko-KR" baseline="0" dirty="0"/>
              <a:t> </a:t>
            </a:r>
            <a:r>
              <a:rPr lang="ko-KR" altLang="en-US" baseline="0" dirty="0"/>
              <a:t>접근 법으로 </a:t>
            </a:r>
            <a:r>
              <a:rPr lang="en-US" altLang="ko-KR" baseline="0" dirty="0"/>
              <a:t>value</a:t>
            </a:r>
            <a:r>
              <a:rPr lang="ko-KR" altLang="en-US" baseline="0" dirty="0"/>
              <a:t>를 전달해야한다는 점을 주의</a:t>
            </a:r>
            <a:r>
              <a:rPr lang="en-US" altLang="ko-KR" baseline="0" dirty="0"/>
              <a:t>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7660BF-9D8A-4D9B-A2EE-C667F9509E93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2245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6268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629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252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192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6950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5257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Reduce</a:t>
            </a:r>
            <a:r>
              <a:rPr lang="en-US" altLang="ko-KR" baseline="0" dirty="0"/>
              <a:t> </a:t>
            </a:r>
            <a:r>
              <a:rPr lang="ko-KR" altLang="en-US" baseline="0" dirty="0"/>
              <a:t>함수 설명도 추가 가능하다면</a:t>
            </a:r>
            <a:r>
              <a:rPr lang="en-US" altLang="ko-KR" baseline="0"/>
              <a:t>!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90574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388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pic>
        <p:nvPicPr>
          <p:cNvPr id="5" name="그림 4" descr="그래픽, 그래픽 디자인, 클립아트, 다채로움이(가) 표시된 사진&#10;&#10;자동 생성된 설명">
            <a:extLst>
              <a:ext uri="{FF2B5EF4-FFF2-40B4-BE49-F238E27FC236}">
                <a16:creationId xmlns:a16="http://schemas.microsoft.com/office/drawing/2014/main" id="{BE5A577B-81A7-2FA6-9E57-9DCEC5BF7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000" y="1461146"/>
            <a:ext cx="3600000" cy="36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826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630910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499747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151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352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302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1089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27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640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964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6068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9700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그래픽, 그래픽 디자인, 폰트, 원이(가) 표시된 사진&#10;&#10;자동 생성된 설명">
            <a:extLst>
              <a:ext uri="{FF2B5EF4-FFF2-40B4-BE49-F238E27FC236}">
                <a16:creationId xmlns:a16="http://schemas.microsoft.com/office/drawing/2014/main" id="{0EB71D7B-83F1-1414-954A-8C79751B779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5681" y="96056"/>
            <a:ext cx="1260000" cy="2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06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8" name="부제목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2800" dirty="0" err="1"/>
              <a:t>SeSAC</a:t>
            </a:r>
            <a:r>
              <a:rPr lang="en-US" altLang="ko-KR" sz="2800" dirty="0"/>
              <a:t> x </a:t>
            </a:r>
            <a:r>
              <a:rPr lang="en-US" altLang="ko-KR" sz="2800" dirty="0" err="1"/>
              <a:t>CODINGOn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23B3B-2FCF-58AF-BC81-E9824EB6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2FB7-A3D0-4BF4-B23F-90A4C3B73A56}" type="datetime6">
              <a:rPr lang="ko-KR" altLang="en-US" smtClean="0"/>
              <a:t>2024년 8월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112DC-52CD-A148-06F6-6813E1A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655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map()</a:t>
            </a:r>
            <a:r>
              <a:rPr lang="ko-KR" altLang="en-US" dirty="0"/>
              <a:t>을 이용한 반복</a:t>
            </a:r>
          </a:p>
        </p:txBody>
      </p:sp>
    </p:spTree>
    <p:extLst>
      <p:ext uri="{BB962C8B-B14F-4D97-AF65-F5344CB8AC3E}">
        <p14:creationId xmlns:p14="http://schemas.microsoft.com/office/powerpoint/2010/main" val="3576966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B0A8FF-58B4-AADA-C277-115F024B2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2504145"/>
            <a:ext cx="10515600" cy="3461238"/>
          </a:xfrm>
        </p:spPr>
        <p:txBody>
          <a:bodyPr/>
          <a:lstStyle/>
          <a:p>
            <a:r>
              <a:rPr lang="en-US" altLang="ko-KR" dirty="0" err="1"/>
              <a:t>callbackFunction</a:t>
            </a:r>
            <a:endParaRPr lang="en-US" altLang="ko-KR" dirty="0"/>
          </a:p>
          <a:p>
            <a:pPr lvl="1"/>
            <a:r>
              <a:rPr lang="ko-KR" altLang="en-US" dirty="0"/>
              <a:t>새로운 배열의 요소를 생성하는 함수로</a:t>
            </a:r>
            <a:r>
              <a:rPr lang="en-US" altLang="ko-KR" dirty="0"/>
              <a:t>, </a:t>
            </a:r>
            <a:r>
              <a:rPr lang="en-US" altLang="ko-KR" dirty="0" err="1"/>
              <a:t>currentValue</a:t>
            </a:r>
            <a:r>
              <a:rPr lang="en-US" altLang="ko-KR" dirty="0"/>
              <a:t>, index, array 3</a:t>
            </a:r>
            <a:r>
              <a:rPr lang="ko-KR" altLang="en-US" dirty="0"/>
              <a:t>개의 인수를 가질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[</a:t>
            </a:r>
            <a:r>
              <a:rPr lang="en-US" altLang="ko-KR" dirty="0" err="1"/>
              <a:t>this.Arg</a:t>
            </a:r>
            <a:r>
              <a:rPr lang="en-US" altLang="ko-KR" dirty="0"/>
              <a:t>] </a:t>
            </a:r>
            <a:r>
              <a:rPr lang="ko-KR" altLang="en-US" dirty="0"/>
              <a:t>는 생략 가능한 것으로 </a:t>
            </a:r>
            <a:r>
              <a:rPr lang="en-US" altLang="ko-KR" dirty="0" err="1"/>
              <a:t>callbackFunction</a:t>
            </a:r>
            <a:r>
              <a:rPr lang="en-US" altLang="ko-KR" dirty="0"/>
              <a:t> </a:t>
            </a:r>
            <a:r>
              <a:rPr lang="ko-KR" altLang="en-US" dirty="0"/>
              <a:t>에서 사용할 </a:t>
            </a:r>
            <a:r>
              <a:rPr lang="en-US" altLang="ko-KR" dirty="0"/>
              <a:t>this </a:t>
            </a:r>
            <a:r>
              <a:rPr lang="ko-KR" altLang="en-US" dirty="0"/>
              <a:t>객체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912659-0178-7724-84E7-F9804EEB5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EEAA-2D64-41F3-9CC6-1D2C9158BEA1}" type="datetime6">
              <a:rPr lang="ko-KR" altLang="en-US" smtClean="0"/>
              <a:t>2024년 8월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38AD2A-D098-5002-7259-7C0CF8DAB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FB17D5-C686-6D90-A10C-DFBDB6D2F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map()</a:t>
            </a:r>
            <a:r>
              <a:rPr lang="ko-KR" altLang="en-US" dirty="0"/>
              <a:t> 함수 문법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6DAE6A3-6074-A6A5-BC16-5ACF24C50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14046"/>
            <a:ext cx="9416222" cy="76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291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배열 데이터를 좀 더 효율적으로 그리기 위해서 </a:t>
            </a:r>
            <a:r>
              <a:rPr lang="en-US" altLang="ko-KR" dirty="0"/>
              <a:t>map </a:t>
            </a:r>
            <a:r>
              <a:rPr lang="ko-KR" altLang="en-US" dirty="0"/>
              <a:t>사용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key</a:t>
            </a:r>
          </a:p>
          <a:p>
            <a:pPr lvl="1"/>
            <a:r>
              <a:rPr lang="ko-KR" altLang="en-US" dirty="0"/>
              <a:t>기존 요소와 업데이트 요소를 비교하는데 사용되는 속성</a:t>
            </a:r>
            <a:r>
              <a:rPr lang="en-US" altLang="ko-KR" dirty="0"/>
              <a:t>, </a:t>
            </a:r>
          </a:p>
          <a:p>
            <a:pPr lvl="1"/>
            <a:r>
              <a:rPr lang="ko-KR" altLang="en-US" dirty="0" err="1"/>
              <a:t>다른요소와</a:t>
            </a:r>
            <a:r>
              <a:rPr lang="ko-KR" altLang="en-US" dirty="0"/>
              <a:t> 겹치지 않는 </a:t>
            </a:r>
            <a:r>
              <a:rPr lang="ko-KR" altLang="en-US" dirty="0">
                <a:solidFill>
                  <a:schemeClr val="accent1"/>
                </a:solidFill>
              </a:rPr>
              <a:t>고유한 값</a:t>
            </a:r>
            <a:r>
              <a:rPr lang="ko-KR" altLang="en-US" dirty="0"/>
              <a:t>이어야 합니다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key</a:t>
            </a:r>
            <a:r>
              <a:rPr lang="ko-KR" altLang="en-US" dirty="0"/>
              <a:t>는 고유한 값을 가져야 하기 때문에 배열의 요소 중 고유한 값</a:t>
            </a:r>
            <a:r>
              <a:rPr lang="en-US" altLang="ko-KR" dirty="0"/>
              <a:t>(id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이 존재하지 않는다면 </a:t>
            </a:r>
            <a:r>
              <a:rPr lang="en-US" altLang="ko-KR" dirty="0"/>
              <a:t>index</a:t>
            </a:r>
            <a:r>
              <a:rPr lang="ko-KR" altLang="en-US" dirty="0"/>
              <a:t>로 사용해도 됩니다</a:t>
            </a:r>
            <a:r>
              <a:rPr lang="en-US" altLang="ko-KR" dirty="0"/>
              <a:t>! (</a:t>
            </a:r>
            <a:r>
              <a:rPr lang="ko-KR" altLang="en-US" dirty="0"/>
              <a:t>단</a:t>
            </a:r>
            <a:r>
              <a:rPr lang="en-US" altLang="ko-KR" dirty="0"/>
              <a:t>, index </a:t>
            </a:r>
            <a:r>
              <a:rPr lang="ko-KR" altLang="en-US" dirty="0"/>
              <a:t>를 사용하는 것은 최후의 수단</a:t>
            </a:r>
            <a:r>
              <a:rPr lang="en-US" altLang="ko-KR" dirty="0"/>
              <a:t>!)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데이터</a:t>
            </a:r>
            <a:r>
              <a:rPr lang="en-US" altLang="ko-KR" dirty="0"/>
              <a:t>, map()</a:t>
            </a:r>
            <a:r>
              <a:rPr lang="ko-KR" altLang="en-US" dirty="0"/>
              <a:t>과 함께 사용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100665" y="2544002"/>
            <a:ext cx="8365067" cy="12003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3399FF"/>
                </a:solidFill>
                <a:latin typeface="Consolas" panose="020B0609020204030204" pitchFamily="49" charset="0"/>
              </a:rPr>
              <a:t>{</a:t>
            </a:r>
            <a:r>
              <a:rPr lang="ko-KR" altLang="en-US" sz="2400" dirty="0">
                <a:solidFill>
                  <a:srgbClr val="F07178"/>
                </a:solidFill>
                <a:latin typeface="Consolas" panose="020B0609020204030204" pitchFamily="49" charset="0"/>
              </a:rPr>
              <a:t>배열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2400" dirty="0">
                <a:solidFill>
                  <a:srgbClr val="82AAFF"/>
                </a:solidFill>
                <a:latin typeface="Consolas" panose="020B0609020204030204" pitchFamily="49" charset="0"/>
              </a:rPr>
              <a:t>map</a:t>
            </a:r>
            <a:r>
              <a:rPr lang="en-US" altLang="ko-KR" sz="2400" dirty="0">
                <a:solidFill>
                  <a:schemeClr val="accent4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2400" dirty="0">
                <a:solidFill>
                  <a:srgbClr val="FF00FF"/>
                </a:solidFill>
                <a:latin typeface="Consolas" panose="020B0609020204030204" pitchFamily="49" charset="0"/>
              </a:rPr>
              <a:t>(</a:t>
            </a:r>
            <a:r>
              <a:rPr lang="ko-KR" altLang="en-US" sz="2400" dirty="0">
                <a:solidFill>
                  <a:srgbClr val="F78C6C"/>
                </a:solidFill>
                <a:latin typeface="Consolas" panose="020B0609020204030204" pitchFamily="49" charset="0"/>
              </a:rPr>
              <a:t>요소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, </a:t>
            </a:r>
            <a:r>
              <a:rPr lang="ko-KR" altLang="en-US" sz="2400" dirty="0">
                <a:solidFill>
                  <a:srgbClr val="F78C6C"/>
                </a:solidFill>
                <a:latin typeface="Consolas" panose="020B0609020204030204" pitchFamily="49" charset="0"/>
              </a:rPr>
              <a:t>인덱스</a:t>
            </a:r>
            <a:r>
              <a:rPr lang="en-US" altLang="ko-KR" sz="2400" dirty="0">
                <a:solidFill>
                  <a:srgbClr val="FF00FF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=&gt;</a:t>
            </a:r>
            <a:r>
              <a:rPr lang="ko-KR" altLang="en-US" sz="24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FF00FF"/>
                </a:solidFill>
                <a:latin typeface="Consolas" panose="020B0609020204030204" pitchFamily="49" charset="0"/>
              </a:rPr>
              <a:t>{</a:t>
            </a:r>
            <a:endParaRPr lang="ko-KR" altLang="en-US" sz="2400" dirty="0">
              <a:solidFill>
                <a:srgbClr val="FF00FF"/>
              </a:solidFill>
              <a:latin typeface="Consolas" panose="020B0609020204030204" pitchFamily="49" charset="0"/>
            </a:endParaRPr>
          </a:p>
          <a:p>
            <a:r>
              <a:rPr lang="ko-KR" altLang="en-US" sz="2400" dirty="0">
                <a:solidFill>
                  <a:srgbClr val="89DDFF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return &lt;</a:t>
            </a:r>
            <a:r>
              <a:rPr lang="en-US" altLang="ko-KR" sz="24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ko-KR" altLang="en-US" sz="2400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2400" dirty="0">
                <a:solidFill>
                  <a:srgbClr val="C792EA"/>
                </a:solidFill>
                <a:latin typeface="Consolas" panose="020B0609020204030204" pitchFamily="49" charset="0"/>
              </a:rPr>
              <a:t>key=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ko-KR" altLang="en-US" sz="2400" dirty="0">
                <a:solidFill>
                  <a:srgbClr val="F07178"/>
                </a:solidFill>
                <a:latin typeface="Consolas" panose="020B0609020204030204" pitchFamily="49" charset="0"/>
              </a:rPr>
              <a:t>인덱스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}&gt;{</a:t>
            </a:r>
            <a:r>
              <a:rPr lang="ko-KR" altLang="en-US" sz="2400" dirty="0">
                <a:solidFill>
                  <a:srgbClr val="F07178"/>
                </a:solidFill>
                <a:latin typeface="Consolas" panose="020B0609020204030204" pitchFamily="49" charset="0"/>
              </a:rPr>
              <a:t>요소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}&lt;/</a:t>
            </a:r>
            <a:r>
              <a:rPr lang="en-US" altLang="ko-KR" sz="2400" dirty="0">
                <a:solidFill>
                  <a:srgbClr val="F07178"/>
                </a:solidFill>
                <a:latin typeface="Consolas" panose="020B0609020204030204" pitchFamily="49" charset="0"/>
              </a:rPr>
              <a:t>div</a:t>
            </a:r>
            <a:r>
              <a:rPr lang="en-US" altLang="ko-KR" sz="2400" dirty="0">
                <a:solidFill>
                  <a:srgbClr val="89DDFF"/>
                </a:solidFill>
                <a:latin typeface="Consolas" panose="020B0609020204030204" pitchFamily="49" charset="0"/>
              </a:rPr>
              <a:t>&gt;;</a:t>
            </a:r>
            <a:endParaRPr lang="ko-KR" altLang="en-US" sz="2400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sz="2400" dirty="0">
                <a:solidFill>
                  <a:srgbClr val="FF00FF"/>
                </a:solidFill>
                <a:latin typeface="Consolas" panose="020B0609020204030204" pitchFamily="49" charset="0"/>
              </a:rPr>
              <a:t>}</a:t>
            </a:r>
            <a:r>
              <a:rPr lang="en-US" altLang="ko-KR" sz="2400" dirty="0">
                <a:solidFill>
                  <a:schemeClr val="accent4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2400" dirty="0">
                <a:solidFill>
                  <a:srgbClr val="3399FF"/>
                </a:solidFill>
                <a:latin typeface="Consolas" panose="020B0609020204030204" pitchFamily="49" charset="0"/>
              </a:rPr>
              <a:t>}</a:t>
            </a:r>
            <a:endParaRPr lang="ko-KR" altLang="en-US" sz="2400" b="0" dirty="0">
              <a:solidFill>
                <a:srgbClr val="3399F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857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div </a:t>
            </a:r>
            <a:r>
              <a:rPr lang="ko-KR" altLang="en-US" dirty="0"/>
              <a:t>같은 태그가 아닌 만들어준 </a:t>
            </a:r>
            <a:r>
              <a:rPr lang="ko-KR" altLang="en-US" dirty="0">
                <a:solidFill>
                  <a:schemeClr val="accent1"/>
                </a:solidFill>
              </a:rPr>
              <a:t>컴포넌트</a:t>
            </a:r>
            <a:r>
              <a:rPr lang="ko-KR" altLang="en-US" dirty="0"/>
              <a:t>와 함께 사용할 수도 있겠죠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데이터</a:t>
            </a:r>
            <a:r>
              <a:rPr lang="en-US" altLang="ko-KR" dirty="0"/>
              <a:t>, map()</a:t>
            </a:r>
            <a:r>
              <a:rPr lang="ko-KR" altLang="en-US" dirty="0"/>
              <a:t>과 함께 사용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049867" y="2631632"/>
            <a:ext cx="8513233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ko-KR" altLang="en-US" dirty="0">
                <a:solidFill>
                  <a:srgbClr val="F07178"/>
                </a:solidFill>
                <a:latin typeface="Consolas" panose="020B0609020204030204" pitchFamily="49" charset="0"/>
              </a:rPr>
              <a:t>배열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altLang="ko-KR" dirty="0">
                <a:solidFill>
                  <a:srgbClr val="82AAFF"/>
                </a:solidFill>
                <a:latin typeface="Consolas" panose="020B0609020204030204" pitchFamily="49" charset="0"/>
              </a:rPr>
              <a:t>map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((</a:t>
            </a:r>
            <a:r>
              <a:rPr lang="en-US" altLang="ko-KR" dirty="0">
                <a:solidFill>
                  <a:srgbClr val="F78C6C"/>
                </a:solidFill>
                <a:latin typeface="Consolas" panose="020B0609020204030204" pitchFamily="49" charset="0"/>
              </a:rPr>
              <a:t>element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>
                <a:solidFill>
                  <a:srgbClr val="F78C6C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)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=&gt;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 {</a:t>
            </a:r>
            <a:endParaRPr lang="ko-KR" altLang="en-US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ko-KR" altLang="en-US" dirty="0">
                <a:solidFill>
                  <a:srgbClr val="89DDFF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return &lt;</a:t>
            </a:r>
            <a:r>
              <a:rPr lang="en-US" altLang="ko-KR" dirty="0" err="1">
                <a:solidFill>
                  <a:srgbClr val="FFCB6B"/>
                </a:solidFill>
                <a:latin typeface="Consolas" panose="020B0609020204030204" pitchFamily="49" charset="0"/>
              </a:rPr>
              <a:t>FunctionProps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name=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element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name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 </a:t>
            </a:r>
            <a:r>
              <a:rPr lang="en-US" altLang="ko-KR" dirty="0">
                <a:solidFill>
                  <a:srgbClr val="C792EA"/>
                </a:solidFill>
                <a:latin typeface="Consolas" panose="020B0609020204030204" pitchFamily="49" charset="0"/>
              </a:rPr>
              <a:t>key=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{</a:t>
            </a:r>
            <a:r>
              <a:rPr lang="en-US" altLang="ko-KR" dirty="0">
                <a:solidFill>
                  <a:srgbClr val="F07178"/>
                </a:solidFill>
                <a:latin typeface="Consolas" panose="020B0609020204030204" pitchFamily="49" charset="0"/>
              </a:rPr>
              <a:t>index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} /&gt;;</a:t>
            </a:r>
            <a:endParaRPr lang="en-US" altLang="ko-KR" dirty="0">
              <a:solidFill>
                <a:srgbClr val="BBBBBB"/>
              </a:solidFill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</a:rPr>
              <a:t>      })}</a:t>
            </a:r>
            <a:endParaRPr lang="en-US" altLang="ko-KR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97D4E95-2D1D-14FE-83B5-ED0363FF8405}"/>
              </a:ext>
            </a:extLst>
          </p:cNvPr>
          <p:cNvCxnSpPr>
            <a:cxnSpLocks/>
          </p:cNvCxnSpPr>
          <p:nvPr/>
        </p:nvCxnSpPr>
        <p:spPr>
          <a:xfrm>
            <a:off x="1507066" y="3074035"/>
            <a:ext cx="42846" cy="1628131"/>
          </a:xfrm>
          <a:prstGeom prst="straightConnector1">
            <a:avLst/>
          </a:prstGeom>
          <a:ln w="76200">
            <a:solidFill>
              <a:schemeClr val="accent5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49697" y="4702166"/>
            <a:ext cx="4211409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+mn-ea"/>
              </a:rPr>
              <a:t>let</a:t>
            </a:r>
            <a:r>
              <a:rPr lang="ko-KR" altLang="en-US" sz="2000" dirty="0">
                <a:latin typeface="+mn-ea"/>
              </a:rPr>
              <a:t> 배열</a:t>
            </a:r>
            <a:r>
              <a:rPr lang="en-US" altLang="ko-KR" sz="2000" dirty="0">
                <a:latin typeface="+mn-ea"/>
              </a:rPr>
              <a:t>=[{name:”</a:t>
            </a:r>
            <a:r>
              <a:rPr lang="en-US" altLang="ko-KR" sz="2000" dirty="0" err="1">
                <a:latin typeface="+mn-ea"/>
              </a:rPr>
              <a:t>allie</a:t>
            </a:r>
            <a:r>
              <a:rPr lang="en-US" altLang="ko-KR" sz="2000" dirty="0">
                <a:latin typeface="+mn-ea"/>
              </a:rPr>
              <a:t>”},</a:t>
            </a:r>
          </a:p>
          <a:p>
            <a:r>
              <a:rPr lang="en-US" altLang="ko-KR" sz="2000" dirty="0">
                <a:latin typeface="+mn-ea"/>
              </a:rPr>
              <a:t>	 {</a:t>
            </a:r>
            <a:r>
              <a:rPr lang="en-US" altLang="ko-KR" sz="2000" dirty="0" err="1">
                <a:latin typeface="+mn-ea"/>
              </a:rPr>
              <a:t>name:”Lucy</a:t>
            </a:r>
            <a:r>
              <a:rPr lang="en-US" altLang="ko-KR" sz="2000" dirty="0">
                <a:latin typeface="+mn-ea"/>
              </a:rPr>
              <a:t>”},</a:t>
            </a:r>
          </a:p>
          <a:p>
            <a:r>
              <a:rPr lang="en-US" altLang="ko-KR" sz="2000" dirty="0">
                <a:latin typeface="+mn-ea"/>
              </a:rPr>
              <a:t>	 {</a:t>
            </a:r>
            <a:r>
              <a:rPr lang="en-US" altLang="ko-KR" sz="2000" dirty="0" err="1">
                <a:latin typeface="+mn-ea"/>
              </a:rPr>
              <a:t>name:”Linda</a:t>
            </a:r>
            <a:r>
              <a:rPr lang="en-US" altLang="ko-KR" sz="2000" dirty="0">
                <a:latin typeface="+mn-ea"/>
              </a:rPr>
              <a:t>”},</a:t>
            </a:r>
          </a:p>
          <a:p>
            <a:r>
              <a:rPr lang="en-US" altLang="ko-KR" sz="2000" dirty="0">
                <a:latin typeface="+mn-ea"/>
              </a:rPr>
              <a:t>	 ];</a:t>
            </a:r>
          </a:p>
          <a:p>
            <a:r>
              <a:rPr lang="ko-KR" altLang="en-US" sz="2000" dirty="0">
                <a:latin typeface="+mn-ea"/>
              </a:rPr>
              <a:t>와 같은 </a:t>
            </a:r>
            <a:r>
              <a:rPr lang="ko-KR" altLang="en-US" sz="2000" dirty="0">
                <a:solidFill>
                  <a:schemeClr val="accent1"/>
                </a:solidFill>
                <a:latin typeface="+mn-ea"/>
              </a:rPr>
              <a:t>오브젝트로 이루어진 배열</a:t>
            </a:r>
            <a:r>
              <a:rPr lang="ko-KR" altLang="en-US" sz="2000" dirty="0">
                <a:latin typeface="+mn-ea"/>
              </a:rPr>
              <a:t>이라면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49609" y="4348223"/>
            <a:ext cx="42415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+mn-ea"/>
              </a:rPr>
              <a:t>오브젝트의 </a:t>
            </a:r>
            <a:r>
              <a:rPr lang="ko-KR" altLang="en-US" sz="2000" dirty="0">
                <a:solidFill>
                  <a:schemeClr val="accent1"/>
                </a:solidFill>
                <a:latin typeface="+mn-ea"/>
              </a:rPr>
              <a:t>점 접근법으로 </a:t>
            </a:r>
            <a:r>
              <a:rPr lang="en-US" altLang="ko-KR" sz="2000" dirty="0">
                <a:solidFill>
                  <a:schemeClr val="accent1"/>
                </a:solidFill>
                <a:latin typeface="+mn-ea"/>
              </a:rPr>
              <a:t>props </a:t>
            </a:r>
            <a:r>
              <a:rPr lang="ko-KR" altLang="en-US" sz="2000" dirty="0">
                <a:solidFill>
                  <a:schemeClr val="accent1"/>
                </a:solidFill>
                <a:latin typeface="+mn-ea"/>
              </a:rPr>
              <a:t>전달 </a:t>
            </a:r>
            <a:r>
              <a:rPr lang="en-US" altLang="ko-KR" sz="2000" dirty="0">
                <a:latin typeface="+mn-ea"/>
              </a:rPr>
              <a:t>&amp;</a:t>
            </a:r>
          </a:p>
          <a:p>
            <a:r>
              <a:rPr lang="ko-KR" altLang="en-US" sz="2000" dirty="0">
                <a:latin typeface="+mn-ea"/>
              </a:rPr>
              <a:t>배열의 개수만큼 컴포넌트 생성</a:t>
            </a:r>
            <a:r>
              <a:rPr lang="en-US" altLang="ko-KR" sz="2000" dirty="0">
                <a:latin typeface="+mn-ea"/>
              </a:rPr>
              <a:t>,</a:t>
            </a:r>
            <a:endParaRPr lang="ko-KR" altLang="en-US" sz="2000" dirty="0">
              <a:latin typeface="+mn-ea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97D4E95-2D1D-14FE-83B5-ED0363FF8405}"/>
              </a:ext>
            </a:extLst>
          </p:cNvPr>
          <p:cNvCxnSpPr>
            <a:cxnSpLocks/>
          </p:cNvCxnSpPr>
          <p:nvPr/>
        </p:nvCxnSpPr>
        <p:spPr>
          <a:xfrm>
            <a:off x="6366933" y="3358729"/>
            <a:ext cx="54885" cy="833075"/>
          </a:xfrm>
          <a:prstGeom prst="straightConnector1">
            <a:avLst/>
          </a:prstGeom>
          <a:ln w="76200">
            <a:solidFill>
              <a:schemeClr val="accent5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3165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1A6BA4-B9B9-9FA3-03AE-2CA8C3F4E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60D5C-6858-45BD-B9C9-03C5FB5E96FA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3635A7F-0D89-A433-921F-6ED714202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DDB0C6E-D947-B48D-9981-6D400FEE7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</a:t>
            </a:r>
            <a:r>
              <a:rPr lang="ko-KR" altLang="en-US" dirty="0"/>
              <a:t>에 </a:t>
            </a:r>
            <a:r>
              <a:rPr lang="en-US" altLang="ko-KR" dirty="0"/>
              <a:t>map() </a:t>
            </a:r>
            <a:r>
              <a:rPr lang="ko-KR" altLang="en-US" dirty="0"/>
              <a:t>적용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1FF6FC9-7FE9-72E4-431E-7887F5EFD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629" y="2180255"/>
            <a:ext cx="1880771" cy="349664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52007B6-5F0A-F07E-35DE-D44EC376A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70" y="1325563"/>
            <a:ext cx="7499031" cy="354120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7D789E0-59CB-3676-215C-66F4D34A9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671" y="4950248"/>
            <a:ext cx="7499030" cy="127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37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FC276A-553F-953B-7C0A-C456523CA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" y="3835982"/>
            <a:ext cx="10904220" cy="2247900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map()</a:t>
            </a:r>
            <a:r>
              <a:rPr lang="ko-KR" altLang="en-US" sz="2400" dirty="0"/>
              <a:t> 함수를 이용해 컴포넌트를 생성할 때 </a:t>
            </a:r>
            <a:r>
              <a:rPr lang="en-US" altLang="ko-KR" sz="2400" dirty="0"/>
              <a:t>“key” </a:t>
            </a:r>
            <a:r>
              <a:rPr lang="ko-KR" altLang="en-US" sz="2400" dirty="0"/>
              <a:t>사용을 권장한다</a:t>
            </a:r>
            <a:r>
              <a:rPr lang="en-US" altLang="ko-KR" sz="2400" dirty="0"/>
              <a:t>.</a:t>
            </a:r>
          </a:p>
          <a:p>
            <a:r>
              <a:rPr lang="en-US" altLang="ko-KR" sz="2400" dirty="0"/>
              <a:t>Why? React</a:t>
            </a:r>
            <a:r>
              <a:rPr lang="ko-KR" altLang="en-US" sz="2400" dirty="0"/>
              <a:t>는 업데이트 전 기존 요소와 업데이트 후 요소를 비교하는데 </a:t>
            </a:r>
            <a:r>
              <a:rPr lang="en-US" altLang="ko-KR" sz="2400" dirty="0"/>
              <a:t>key</a:t>
            </a:r>
            <a:r>
              <a:rPr lang="ko-KR" altLang="en-US" sz="2400" dirty="0"/>
              <a:t>를 사용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35DE98-1FC6-0BE5-FB5C-16A91CE48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0E07E-9745-4A1E-87D3-F87BED6F3F73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63854FD-40E1-1051-5F2A-D5BEBB161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95DC7FC-429E-6D32-128B-12D33F6D3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</a:t>
            </a:r>
            <a:r>
              <a:rPr lang="ko-KR" altLang="en-US" dirty="0"/>
              <a:t>에 </a:t>
            </a:r>
            <a:r>
              <a:rPr lang="en-US" altLang="ko-KR" dirty="0"/>
              <a:t>map() </a:t>
            </a:r>
            <a:r>
              <a:rPr lang="ko-KR" altLang="en-US" dirty="0"/>
              <a:t>적용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E96540C-D1A1-4332-E3CD-CB173694DB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208" r="4189" b="7572"/>
          <a:stretch/>
        </p:blipFill>
        <p:spPr>
          <a:xfrm>
            <a:off x="662540" y="1629782"/>
            <a:ext cx="9484930" cy="206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56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6E6F2-4A1F-0E69-67A4-8E7EA1060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45871"/>
            <a:ext cx="10515600" cy="3031029"/>
          </a:xfrm>
        </p:spPr>
        <p:txBody>
          <a:bodyPr/>
          <a:lstStyle/>
          <a:p>
            <a:r>
              <a:rPr lang="en-US" altLang="ko-KR" dirty="0"/>
              <a:t>Key</a:t>
            </a:r>
            <a:r>
              <a:rPr lang="ko-KR" altLang="en-US" dirty="0"/>
              <a:t>를 </a:t>
            </a:r>
            <a:r>
              <a:rPr lang="en-US" altLang="ko-KR" dirty="0"/>
              <a:t>index </a:t>
            </a:r>
            <a:r>
              <a:rPr lang="ko-KR" altLang="en-US" dirty="0"/>
              <a:t>값으로 설정할 시</a:t>
            </a:r>
            <a:r>
              <a:rPr lang="en-US" altLang="ko-KR" dirty="0"/>
              <a:t>, </a:t>
            </a:r>
            <a:r>
              <a:rPr lang="ko-KR" altLang="en-US" dirty="0"/>
              <a:t>리스트의 순서가 변경되면 모든 </a:t>
            </a:r>
            <a:r>
              <a:rPr lang="en-US" altLang="ko-KR" dirty="0"/>
              <a:t>key</a:t>
            </a:r>
            <a:r>
              <a:rPr lang="ko-KR" altLang="en-US" dirty="0"/>
              <a:t>가 변경되므로 </a:t>
            </a:r>
            <a:r>
              <a:rPr lang="en-US" altLang="ko-KR" dirty="0"/>
              <a:t>key</a:t>
            </a:r>
            <a:r>
              <a:rPr lang="ko-KR" altLang="en-US" dirty="0"/>
              <a:t>는 </a:t>
            </a:r>
            <a:r>
              <a:rPr lang="en-US" altLang="ko-KR" dirty="0"/>
              <a:t>index </a:t>
            </a:r>
            <a:r>
              <a:rPr lang="ko-KR" altLang="en-US" dirty="0"/>
              <a:t>가 아닌 고유한 값으로 설정해야 한다</a:t>
            </a:r>
          </a:p>
          <a:p>
            <a:pPr lvl="1"/>
            <a:r>
              <a:rPr lang="en-US" altLang="ko-KR" dirty="0"/>
              <a:t>But,</a:t>
            </a:r>
            <a:r>
              <a:rPr lang="ko-KR" altLang="en-US" dirty="0"/>
              <a:t> 현재는 </a:t>
            </a:r>
            <a:r>
              <a:rPr lang="ko-KR" altLang="en-US" b="1" dirty="0"/>
              <a:t>고유 값으로 설정할 만한 게 없으니</a:t>
            </a:r>
            <a:r>
              <a:rPr lang="en-US" altLang="ko-KR" b="1" dirty="0"/>
              <a:t>, index</a:t>
            </a:r>
            <a:r>
              <a:rPr lang="ko-KR" altLang="en-US" dirty="0"/>
              <a:t>로 테스트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058E69-2519-5C7B-E619-FCE4F8E78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F60AA-9663-4C10-96A7-DFE487A1DFF7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2D925E-B075-9DDE-125B-43171B9E6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EAE432-154C-1C3F-A5EC-16DFF73F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</a:t>
            </a:r>
            <a:r>
              <a:rPr lang="ko-KR" altLang="en-US" dirty="0"/>
              <a:t>에 </a:t>
            </a:r>
            <a:r>
              <a:rPr lang="en-US" altLang="ko-KR" dirty="0"/>
              <a:t>map() </a:t>
            </a:r>
            <a:r>
              <a:rPr lang="ko-KR" altLang="en-US" dirty="0"/>
              <a:t>적용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9B0E144-7859-A3F0-B48F-A37AA81ED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51622"/>
            <a:ext cx="5282354" cy="78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24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6E6F2-4A1F-0E69-67A4-8E7EA1060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820" y="1329783"/>
            <a:ext cx="10515600" cy="4461417"/>
          </a:xfrm>
        </p:spPr>
        <p:txBody>
          <a:bodyPr/>
          <a:lstStyle/>
          <a:p>
            <a:r>
              <a:rPr lang="ko-KR" altLang="en-US" dirty="0"/>
              <a:t>각 원소마다 고유 </a:t>
            </a:r>
            <a:r>
              <a:rPr lang="en-US" altLang="ko-KR" dirty="0"/>
              <a:t>id </a:t>
            </a:r>
            <a:r>
              <a:rPr lang="ko-KR" altLang="en-US" dirty="0"/>
              <a:t>값을 갖고 있다면</a:t>
            </a:r>
            <a:r>
              <a:rPr lang="en-US" altLang="ko-KR" dirty="0"/>
              <a:t>? </a:t>
            </a:r>
            <a:r>
              <a:rPr lang="ko-KR" altLang="en-US" dirty="0"/>
              <a:t>다음과 같이 설정할 수 있다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058E69-2519-5C7B-E619-FCE4F8E78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F60AA-9663-4C10-96A7-DFE487A1DFF7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2D925E-B075-9DDE-125B-43171B9E6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EAE432-154C-1C3F-A5EC-16DFF73F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</a:t>
            </a:r>
            <a:r>
              <a:rPr lang="ko-KR" altLang="en-US" dirty="0"/>
              <a:t>에 </a:t>
            </a:r>
            <a:r>
              <a:rPr lang="en-US" altLang="ko-KR" dirty="0"/>
              <a:t>map() </a:t>
            </a:r>
            <a:r>
              <a:rPr lang="ko-KR" altLang="en-US" dirty="0"/>
              <a:t>적용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9EE1673-7212-FFAC-16ED-0C821377F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255" y="1970001"/>
            <a:ext cx="7609704" cy="410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307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6E6F2-4A1F-0E69-67A4-8E7EA1060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483"/>
            <a:ext cx="10515600" cy="4461417"/>
          </a:xfrm>
        </p:spPr>
        <p:txBody>
          <a:bodyPr/>
          <a:lstStyle/>
          <a:p>
            <a:r>
              <a:rPr lang="en-US" altLang="ko-KR" dirty="0"/>
              <a:t>input</a:t>
            </a:r>
            <a:r>
              <a:rPr lang="ko-KR" altLang="en-US" dirty="0"/>
              <a:t>으로 새로운 알파벳 추가해보기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058E69-2519-5C7B-E619-FCE4F8E78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F60AA-9663-4C10-96A7-DFE487A1DFF7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2D925E-B075-9DDE-125B-43171B9E6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EAE432-154C-1C3F-A5EC-16DFF73F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</a:t>
            </a:r>
            <a:r>
              <a:rPr lang="ko-KR" altLang="en-US" dirty="0"/>
              <a:t>에 </a:t>
            </a:r>
            <a:r>
              <a:rPr lang="en-US" altLang="ko-KR" dirty="0"/>
              <a:t>map() </a:t>
            </a:r>
            <a:r>
              <a:rPr lang="ko-KR" altLang="en-US" dirty="0"/>
              <a:t>적용</a:t>
            </a:r>
          </a:p>
        </p:txBody>
      </p:sp>
      <p:pic>
        <p:nvPicPr>
          <p:cNvPr id="6" name="bandicam 2022-10-08 13-57-46-893">
            <a:hlinkClick r:id="" action="ppaction://media"/>
            <a:extLst>
              <a:ext uri="{FF2B5EF4-FFF2-40B4-BE49-F238E27FC236}">
                <a16:creationId xmlns:a16="http://schemas.microsoft.com/office/drawing/2014/main" id="{40814AFD-74E4-1F76-4E48-BF34D103EBA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t="16672"/>
          <a:stretch/>
        </p:blipFill>
        <p:spPr>
          <a:xfrm>
            <a:off x="1099280" y="2013991"/>
            <a:ext cx="6137861" cy="352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719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3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6E6F2-4A1F-0E69-67A4-8E7EA1060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483"/>
            <a:ext cx="10515600" cy="4461417"/>
          </a:xfrm>
        </p:spPr>
        <p:txBody>
          <a:bodyPr/>
          <a:lstStyle/>
          <a:p>
            <a:r>
              <a:rPr lang="en-US" altLang="ko-KR" dirty="0"/>
              <a:t>input</a:t>
            </a:r>
            <a:r>
              <a:rPr lang="ko-KR" altLang="en-US" dirty="0"/>
              <a:t>으로 새로운 알파벳 추가해보기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058E69-2519-5C7B-E619-FCE4F8E78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F60AA-9663-4C10-96A7-DFE487A1DFF7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2D925E-B075-9DDE-125B-43171B9E6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EAE432-154C-1C3F-A5EC-16DFF73F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Component</a:t>
            </a:r>
            <a:r>
              <a:rPr lang="ko-KR" altLang="en-US" dirty="0"/>
              <a:t>에 </a:t>
            </a:r>
            <a:r>
              <a:rPr lang="en-US" altLang="ko-KR" dirty="0"/>
              <a:t>map() </a:t>
            </a:r>
            <a:r>
              <a:rPr lang="ko-KR" altLang="en-US" dirty="0"/>
              <a:t>적용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6B95769-FA4E-C4E3-980B-0857B1994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592" y="1897380"/>
            <a:ext cx="9085897" cy="436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476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7200" dirty="0"/>
              <a:t>filter()</a:t>
            </a:r>
            <a:r>
              <a:rPr lang="ko-KR" altLang="en-US" sz="7200" dirty="0"/>
              <a:t>를 이용한 </a:t>
            </a:r>
            <a:r>
              <a:rPr lang="ko-KR" altLang="en-US" sz="7200" dirty="0" err="1"/>
              <a:t>필터링</a:t>
            </a:r>
            <a:endParaRPr lang="ko-KR" altLang="en-US" sz="7200" dirty="0"/>
          </a:p>
        </p:txBody>
      </p:sp>
    </p:spTree>
    <p:extLst>
      <p:ext uri="{BB962C8B-B14F-4D97-AF65-F5344CB8AC3E}">
        <p14:creationId xmlns:p14="http://schemas.microsoft.com/office/powerpoint/2010/main" val="960713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B0A8FF-58B4-AADA-C277-115F024B2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438"/>
            <a:ext cx="10777396" cy="4553128"/>
          </a:xfrm>
        </p:spPr>
        <p:txBody>
          <a:bodyPr/>
          <a:lstStyle/>
          <a:p>
            <a:r>
              <a:rPr lang="en-US" altLang="ko-KR" dirty="0"/>
              <a:t>filter()</a:t>
            </a:r>
            <a:r>
              <a:rPr lang="ko-KR" altLang="en-US" dirty="0"/>
              <a:t>의 인자로 넘겨지는 </a:t>
            </a:r>
            <a:r>
              <a:rPr lang="en-US" altLang="ko-KR" dirty="0"/>
              <a:t>callback </a:t>
            </a:r>
            <a:r>
              <a:rPr lang="ko-KR" altLang="en-US" dirty="0"/>
              <a:t>함수의 </a:t>
            </a:r>
            <a:r>
              <a:rPr lang="ko-KR" altLang="en-US" dirty="0">
                <a:solidFill>
                  <a:schemeClr val="accent1"/>
                </a:solidFill>
              </a:rPr>
              <a:t>테스트</a:t>
            </a:r>
            <a:r>
              <a:rPr lang="en-US" altLang="ko-KR" dirty="0">
                <a:solidFill>
                  <a:schemeClr val="accent1"/>
                </a:solidFill>
              </a:rPr>
              <a:t>(</a:t>
            </a:r>
            <a:r>
              <a:rPr lang="ko-KR" altLang="en-US" dirty="0">
                <a:solidFill>
                  <a:schemeClr val="accent1"/>
                </a:solidFill>
              </a:rPr>
              <a:t>조건</a:t>
            </a:r>
            <a:r>
              <a:rPr lang="en-US" altLang="ko-KR" dirty="0">
                <a:solidFill>
                  <a:schemeClr val="accent1"/>
                </a:solidFill>
              </a:rPr>
              <a:t>)</a:t>
            </a:r>
            <a:r>
              <a:rPr lang="ko-KR" altLang="en-US" dirty="0">
                <a:solidFill>
                  <a:schemeClr val="accent1"/>
                </a:solidFill>
              </a:rPr>
              <a:t>를 통과하는 요소</a:t>
            </a:r>
            <a:r>
              <a:rPr lang="ko-KR" altLang="en-US" dirty="0"/>
              <a:t>를 모아 새로운 배열을 생성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filter() </a:t>
            </a:r>
            <a:r>
              <a:rPr lang="ko-KR" altLang="en-US" dirty="0"/>
              <a:t>함수를 사용하여 배열에서 원하는 값을 삭제하는 코드 구현 가능</a:t>
            </a:r>
            <a:r>
              <a:rPr lang="en-US" altLang="ko-KR" dirty="0"/>
              <a:t>.</a:t>
            </a:r>
            <a:endParaRPr lang="en-US" altLang="ko-KR" sz="4000" dirty="0"/>
          </a:p>
          <a:p>
            <a:pPr marL="0" indent="0">
              <a:buNone/>
            </a:pPr>
            <a:endParaRPr lang="en-US" altLang="ko-KR" sz="4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912659-0178-7724-84E7-F9804EEB5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2EEAA-2D64-41F3-9CC6-1D2C9158BEA1}" type="datetime6">
              <a:rPr lang="ko-KR" altLang="en-US" smtClean="0"/>
              <a:t>2024년 8월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38AD2A-D098-5002-7259-7C0CF8DAB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5FB17D5-C686-6D90-A10C-DFBDB6D2F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filter()</a:t>
            </a:r>
            <a:r>
              <a:rPr lang="ko-KR" altLang="en-US" dirty="0"/>
              <a:t> 함수</a:t>
            </a:r>
          </a:p>
        </p:txBody>
      </p:sp>
    </p:spTree>
    <p:extLst>
      <p:ext uri="{BB962C8B-B14F-4D97-AF65-F5344CB8AC3E}">
        <p14:creationId xmlns:p14="http://schemas.microsoft.com/office/powerpoint/2010/main" val="1354429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CC3575-1366-5D73-9DE9-B73FF851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C582-12D8-4D41-A2C5-A40388E0E0C0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4B8AFD-EA3C-4E22-2FCF-360570853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A522050-7763-6208-1396-B5F36655A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filter() </a:t>
            </a:r>
            <a:r>
              <a:rPr lang="ko-KR" altLang="en-US" dirty="0"/>
              <a:t>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EEADD0B-E0F6-DF81-16CA-3F1243869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704" y="1604886"/>
            <a:ext cx="9885264" cy="159439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F54EA57-41CC-BC70-A478-9980B25D5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3336" y="3388702"/>
            <a:ext cx="5061184" cy="96204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C297A26-E454-67FE-5A8A-9677FB6500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980" y="4726383"/>
            <a:ext cx="9678408" cy="599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824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8B3227-CF71-B240-EE62-0C1CBB1DF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CC3575-1366-5D73-9DE9-B73FF851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88F0C-5E74-4ECC-96D5-84470E352FFC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4B8AFD-EA3C-4E22-2FCF-360570853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A522050-7763-6208-1396-B5F36655A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filter() </a:t>
            </a:r>
            <a:r>
              <a:rPr lang="ko-KR" altLang="en-US" dirty="0"/>
              <a:t>함수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A2BF954-D47F-45A4-DC9D-285984373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211" y="2016797"/>
            <a:ext cx="7669578" cy="2968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530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6E6F2-4A1F-0E69-67A4-8E7EA1060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483"/>
            <a:ext cx="10515600" cy="4461417"/>
          </a:xfrm>
        </p:spPr>
        <p:txBody>
          <a:bodyPr/>
          <a:lstStyle/>
          <a:p>
            <a:r>
              <a:rPr lang="ko-KR" altLang="en-US" dirty="0"/>
              <a:t>알파벳을 더블 클릭 했을 때 알파벳 삭제해보기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058E69-2519-5C7B-E619-FCE4F8E78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F60AA-9663-4C10-96A7-DFE487A1DFF7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2D925E-B075-9DDE-125B-43171B9E6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EAE432-154C-1C3F-A5EC-16DFF73F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filter() </a:t>
            </a:r>
            <a:r>
              <a:rPr lang="ko-KR" altLang="en-US" dirty="0"/>
              <a:t>응용</a:t>
            </a:r>
          </a:p>
        </p:txBody>
      </p:sp>
      <p:pic>
        <p:nvPicPr>
          <p:cNvPr id="7" name="bandicam 2022-10-08 16-14-20-833">
            <a:hlinkClick r:id="" action="ppaction://media"/>
            <a:extLst>
              <a:ext uri="{FF2B5EF4-FFF2-40B4-BE49-F238E27FC236}">
                <a16:creationId xmlns:a16="http://schemas.microsoft.com/office/drawing/2014/main" id="{227B04B9-B351-59E3-A93A-BCC15B0DE93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5"/>
          <a:srcRect t="21597"/>
          <a:stretch/>
        </p:blipFill>
        <p:spPr>
          <a:xfrm>
            <a:off x="1140908" y="2285999"/>
            <a:ext cx="5884360" cy="317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301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3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058E69-2519-5C7B-E619-FCE4F8E78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F60AA-9663-4C10-96A7-DFE487A1DFF7}" type="datetime6">
              <a:rPr lang="ko-KR" altLang="en-US" smtClean="0"/>
              <a:t>2024년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2D925E-B075-9DDE-125B-43171B9E6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EAE432-154C-1C3F-A5EC-16DFF73F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filter() </a:t>
            </a:r>
            <a:r>
              <a:rPr lang="ko-KR" altLang="en-US" dirty="0"/>
              <a:t>응용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C0EB19B-C0C6-4EE2-71CC-D431A634B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13" y="1214051"/>
            <a:ext cx="11018774" cy="4787183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2E775F9E-EA2C-FD91-9B4F-4BA95A07505D}"/>
              </a:ext>
            </a:extLst>
          </p:cNvPr>
          <p:cNvSpPr/>
          <p:nvPr/>
        </p:nvSpPr>
        <p:spPr>
          <a:xfrm>
            <a:off x="635620" y="2587083"/>
            <a:ext cx="6322741" cy="1115122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A0AC4FB-083D-982A-0BE5-18B0ED76F017}"/>
              </a:ext>
            </a:extLst>
          </p:cNvPr>
          <p:cNvSpPr/>
          <p:nvPr/>
        </p:nvSpPr>
        <p:spPr>
          <a:xfrm>
            <a:off x="5207621" y="4916257"/>
            <a:ext cx="4241180" cy="34712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5203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2024-08-05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en-US" altLang="ko-KR" dirty="0"/>
              <a:t> </a:t>
            </a:r>
            <a:r>
              <a:rPr lang="en-US" altLang="ko-KR" dirty="0" smtClean="0"/>
              <a:t>Map &amp; Filter </a:t>
            </a:r>
            <a:r>
              <a:rPr lang="ko-KR" altLang="en-US" dirty="0"/>
              <a:t>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React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r>
              <a:rPr lang="en-US" altLang="ko-KR" dirty="0">
                <a:solidFill>
                  <a:srgbClr val="212529"/>
                </a:solidFill>
                <a:latin typeface="+mn-ea"/>
              </a:rPr>
              <a:t/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 smtClean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dirty="0"/>
              <a:t>Map &amp; Filter</a:t>
            </a:r>
            <a:r>
              <a:rPr lang="ko-KR" altLang="en-US" sz="2800" b="1" dirty="0" smtClean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en-US" altLang="ko-KR" sz="2800" b="1" dirty="0" smtClean="0">
                <a:solidFill>
                  <a:schemeClr val="accent1"/>
                </a:solidFill>
                <a:latin typeface="+mn-ea"/>
              </a:rPr>
              <a:t>1~3</a:t>
            </a:r>
            <a:r>
              <a:rPr lang="ko-KR" altLang="en-US" sz="2800" b="1" dirty="0" smtClean="0">
                <a:solidFill>
                  <a:schemeClr val="accent1"/>
                </a:solidFill>
                <a:latin typeface="+mn-ea"/>
              </a:rPr>
              <a:t>번 문제</a:t>
            </a:r>
            <a:r>
              <a:rPr lang="en-US" altLang="ko-KR" sz="2800" b="1" dirty="0" smtClean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 smtClean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 smtClean="0">
                <a:solidFill>
                  <a:srgbClr val="212529"/>
                </a:solidFill>
                <a:latin typeface="+mn-ea"/>
              </a:rPr>
              <a:t> 진행</a:t>
            </a:r>
            <a:endParaRPr lang="en-US" altLang="ko-KR" sz="2800" dirty="0" smtClean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 smtClean="0">
                <a:solidFill>
                  <a:schemeClr val="accent1"/>
                </a:solidFill>
                <a:latin typeface="+mn-ea"/>
              </a:rPr>
              <a:t>[4</a:t>
            </a:r>
            <a:r>
              <a:rPr lang="ko-KR" altLang="en-US" sz="2800" b="1" dirty="0" smtClean="0">
                <a:solidFill>
                  <a:schemeClr val="accent1"/>
                </a:solidFill>
                <a:latin typeface="+mn-ea"/>
              </a:rPr>
              <a:t>번 문제 </a:t>
            </a:r>
            <a:r>
              <a:rPr lang="en-US" altLang="ko-KR" sz="2800" b="1" dirty="0" smtClean="0">
                <a:solidFill>
                  <a:schemeClr val="accent1"/>
                </a:solidFill>
                <a:latin typeface="+mn-ea"/>
              </a:rPr>
              <a:t>(</a:t>
            </a:r>
            <a:r>
              <a:rPr lang="ko-KR" altLang="en-US" sz="2800" b="1" dirty="0" smtClean="0">
                <a:solidFill>
                  <a:schemeClr val="accent1"/>
                </a:solidFill>
                <a:latin typeface="+mn-ea"/>
              </a:rPr>
              <a:t>선택</a:t>
            </a:r>
            <a:r>
              <a:rPr lang="en-US" altLang="ko-KR" sz="2800" b="1" dirty="0" smtClean="0">
                <a:solidFill>
                  <a:schemeClr val="accent1"/>
                </a:solidFill>
                <a:latin typeface="+mn-ea"/>
              </a:rPr>
              <a:t>)]</a:t>
            </a:r>
            <a:r>
              <a:rPr lang="en-US" altLang="ko-KR" sz="2800" dirty="0" smtClean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 smtClean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진행</a:t>
            </a:r>
          </a:p>
          <a:p>
            <a:pPr lvl="1"/>
            <a:endParaRPr lang="ko-KR" altLang="en-US" sz="2800" dirty="0">
              <a:solidFill>
                <a:srgbClr val="212529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48865641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Pretendard GOV">
      <a:majorFont>
        <a:latin typeface="Pretendard GOV"/>
        <a:ea typeface="Pretendard GOV"/>
        <a:cs typeface=""/>
      </a:majorFont>
      <a:minorFont>
        <a:latin typeface="Pretendard GOV"/>
        <a:ea typeface="Pretendard GOV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617</TotalTime>
  <Words>459</Words>
  <Application>Microsoft Office PowerPoint</Application>
  <PresentationFormat>와이드스크린</PresentationFormat>
  <Paragraphs>112</Paragraphs>
  <Slides>18</Slides>
  <Notes>12</Notes>
  <HiddenSlides>0</HiddenSlides>
  <MMClips>2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Pretendard GOV</vt:lpstr>
      <vt:lpstr>맑은 고딕</vt:lpstr>
      <vt:lpstr>Arial</vt:lpstr>
      <vt:lpstr>Consolas</vt:lpstr>
      <vt:lpstr>3_Office 테마</vt:lpstr>
      <vt:lpstr>웹 개발자 부트캠프 과정</vt:lpstr>
      <vt:lpstr>map()을 이용한 반복</vt:lpstr>
      <vt:lpstr>map() 함수 문법</vt:lpstr>
      <vt:lpstr>배열 데이터, map()과 함께 사용</vt:lpstr>
      <vt:lpstr>배열 데이터, map()과 함께 사용</vt:lpstr>
      <vt:lpstr>Component에 map() 적용</vt:lpstr>
      <vt:lpstr>Component에 map() 적용</vt:lpstr>
      <vt:lpstr>Component에 map() 적용</vt:lpstr>
      <vt:lpstr>Component에 map() 적용</vt:lpstr>
      <vt:lpstr>Component에 map() 적용</vt:lpstr>
      <vt:lpstr>Component에 map() 적용</vt:lpstr>
      <vt:lpstr>filter()를 이용한 필터링</vt:lpstr>
      <vt:lpstr>filter() 함수</vt:lpstr>
      <vt:lpstr>filter() 함수</vt:lpstr>
      <vt:lpstr>filter() 함수</vt:lpstr>
      <vt:lpstr>filter() 응용</vt:lpstr>
      <vt:lpstr>filter() 응용</vt:lpstr>
      <vt:lpstr>실습.   Map &amp; Filter 실습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jae hyeon</cp:lastModifiedBy>
  <cp:revision>108</cp:revision>
  <dcterms:created xsi:type="dcterms:W3CDTF">2022-06-26T11:10:22Z</dcterms:created>
  <dcterms:modified xsi:type="dcterms:W3CDTF">2024-08-04T18:13:17Z</dcterms:modified>
</cp:coreProperties>
</file>