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86" r:id="rId1"/>
  </p:sldMasterIdLst>
  <p:notesMasterIdLst>
    <p:notesMasterId r:id="rId20"/>
  </p:notesMasterIdLst>
  <p:sldIdLst>
    <p:sldId id="256" r:id="rId2"/>
    <p:sldId id="269" r:id="rId3"/>
    <p:sldId id="589" r:id="rId4"/>
    <p:sldId id="590" r:id="rId5"/>
    <p:sldId id="592" r:id="rId6"/>
    <p:sldId id="593" r:id="rId7"/>
    <p:sldId id="594" r:id="rId8"/>
    <p:sldId id="595" r:id="rId9"/>
    <p:sldId id="596" r:id="rId10"/>
    <p:sldId id="261" r:id="rId11"/>
    <p:sldId id="597" r:id="rId12"/>
    <p:sldId id="610" r:id="rId13"/>
    <p:sldId id="598" r:id="rId14"/>
    <p:sldId id="599" r:id="rId15"/>
    <p:sldId id="600" r:id="rId16"/>
    <p:sldId id="601" r:id="rId17"/>
    <p:sldId id="602" r:id="rId18"/>
    <p:sldId id="609" r:id="rId19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6EC173"/>
    <a:srgbClr val="F99F2C"/>
    <a:srgbClr val="FFFFFF"/>
    <a:srgbClr val="B4D56D"/>
    <a:srgbClr val="B1DDB4"/>
    <a:srgbClr val="F9A13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9655" autoAdjust="0"/>
    <p:restoredTop sz="73684" autoAdjust="0"/>
  </p:normalViewPr>
  <p:slideViewPr>
    <p:cSldViewPr snapToGrid="0">
      <p:cViewPr varScale="1">
        <p:scale>
          <a:sx n="89" d="100"/>
          <a:sy n="89" d="100"/>
        </p:scale>
        <p:origin x="1164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59" d="100"/>
          <a:sy n="59" d="100"/>
        </p:scale>
        <p:origin x="2524" y="64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EF3F159-7250-4DD4-91C2-13B35D56E1AF}" type="datetimeFigureOut">
              <a:rPr lang="ko-KR" altLang="en-US" smtClean="0"/>
              <a:t>2024-07-29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09E5BFC-1559-42F1-8940-AB342D56BF0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3045930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09E5BFC-1559-42F1-8940-AB342D56BF02}" type="slidenum">
              <a:rPr lang="ko-KR" altLang="en-US" smtClean="0"/>
              <a:t>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6184230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9E5BFC-1559-42F1-8940-AB342D56BF02}" type="slidenum">
              <a:rPr lang="ko-KR" altLang="en-US" smtClean="0"/>
              <a:t>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3757741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09E5BFC-1559-42F1-8940-AB342D56BF02}" type="slidenum">
              <a:rPr lang="ko-KR" altLang="en-US" smtClean="0"/>
              <a:t>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6795648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09E5BFC-1559-42F1-8940-AB342D56BF02}" type="slidenum">
              <a:rPr lang="ko-KR" altLang="en-US" smtClean="0"/>
              <a:t>9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8018381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ko-KR" dirty="0"/>
              <a:t>ex. </a:t>
            </a:r>
            <a:r>
              <a:rPr lang="ko-KR" altLang="en-US" dirty="0" err="1"/>
              <a:t>다크</a:t>
            </a:r>
            <a:r>
              <a:rPr lang="en-US" altLang="ko-KR" dirty="0"/>
              <a:t>/</a:t>
            </a:r>
            <a:r>
              <a:rPr lang="ko-KR" altLang="en-US" dirty="0"/>
              <a:t>라이트 모드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9E5BFC-1559-42F1-8940-AB342D56BF02}" type="slidenum">
              <a:rPr lang="ko-KR" altLang="en-US" smtClean="0"/>
              <a:t>11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9524252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9E5BFC-1559-42F1-8940-AB342D56BF02}" type="slidenum">
              <a:rPr lang="ko-KR" altLang="en-US" smtClean="0"/>
              <a:t>12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2923487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dirty="0" smtClean="0"/>
              <a:t>16.3 </a:t>
            </a:r>
            <a:r>
              <a:rPr lang="ko-KR" altLang="en-US" dirty="0" smtClean="0"/>
              <a:t>버전 이전 형태</a:t>
            </a:r>
            <a:endParaRPr lang="en-US" altLang="ko-KR" dirty="0" smtClean="0"/>
          </a:p>
          <a:p>
            <a:pPr marL="0" marR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dirty="0" smtClean="0"/>
              <a:t>constructor()</a:t>
            </a:r>
            <a:r>
              <a:rPr lang="en-US" altLang="ko-KR" baseline="0" dirty="0" smtClean="0"/>
              <a:t> : </a:t>
            </a:r>
            <a:r>
              <a:rPr lang="ko-KR" altLang="en-US" baseline="0" dirty="0" err="1" smtClean="0"/>
              <a:t>생성자</a:t>
            </a:r>
            <a:r>
              <a:rPr lang="en-US" altLang="ko-KR" baseline="0" dirty="0" smtClean="0"/>
              <a:t>, state </a:t>
            </a:r>
            <a:r>
              <a:rPr lang="ko-KR" altLang="en-US" baseline="0" dirty="0" smtClean="0"/>
              <a:t>값을 초기화 하거나 메서드를 바인딩 할 때 사용</a:t>
            </a:r>
            <a:endParaRPr lang="en-US" altLang="ko-KR" baseline="0" dirty="0" smtClean="0"/>
          </a:p>
          <a:p>
            <a:pPr marL="0" marR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baseline="0" dirty="0" smtClean="0"/>
              <a:t>해당 컴포넌트가 마운트 되기 전 호출된다 </a:t>
            </a:r>
            <a:r>
              <a:rPr lang="en-US" altLang="ko-KR" baseline="0" dirty="0" smtClean="0"/>
              <a:t>(</a:t>
            </a:r>
            <a:r>
              <a:rPr lang="ko-KR" altLang="en-US" baseline="0" dirty="0" smtClean="0"/>
              <a:t>마운트 </a:t>
            </a:r>
            <a:r>
              <a:rPr lang="en-US" altLang="ko-KR" baseline="0" dirty="0" smtClean="0"/>
              <a:t>: DOM </a:t>
            </a:r>
            <a:r>
              <a:rPr lang="ko-KR" altLang="en-US" baseline="0" dirty="0" smtClean="0"/>
              <a:t>객체가 생성되고 브라우저에 나타나는 것을 의미</a:t>
            </a:r>
            <a:r>
              <a:rPr lang="en-US" altLang="ko-KR" baseline="0" dirty="0" smtClean="0"/>
              <a:t>)</a:t>
            </a:r>
          </a:p>
          <a:p>
            <a:pPr marL="0" marR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baseline="0" dirty="0" smtClean="0"/>
              <a:t>(Mount, Update, </a:t>
            </a:r>
            <a:r>
              <a:rPr lang="en-US" altLang="ko-KR" baseline="0" dirty="0" err="1" smtClean="0"/>
              <a:t>UnMount</a:t>
            </a:r>
            <a:r>
              <a:rPr lang="en-US" altLang="ko-KR" baseline="0" dirty="0" smtClean="0"/>
              <a:t>) -&gt; </a:t>
            </a:r>
            <a:r>
              <a:rPr lang="ko-KR" altLang="en-US" baseline="0" dirty="0" smtClean="0"/>
              <a:t>추후 라이프 사이클 파트에서 다룰 예정</a:t>
            </a:r>
            <a:endParaRPr lang="en-US" altLang="ko-KR" baseline="0" dirty="0" smtClean="0"/>
          </a:p>
          <a:p>
            <a:pPr marL="0" marR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baseline="0" dirty="0" smtClean="0"/>
              <a:t>----</a:t>
            </a:r>
          </a:p>
          <a:p>
            <a:pPr marL="0" marR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dirty="0" smtClean="0"/>
              <a:t>super() : </a:t>
            </a:r>
            <a:r>
              <a:rPr lang="ko-KR" altLang="en-US" dirty="0" smtClean="0"/>
              <a:t>부모 클래스 </a:t>
            </a:r>
            <a:r>
              <a:rPr lang="ko-KR" altLang="en-US" dirty="0" err="1" smtClean="0"/>
              <a:t>생성자</a:t>
            </a:r>
            <a:r>
              <a:rPr lang="ko-KR" altLang="en-US" dirty="0" smtClean="0"/>
              <a:t> 가리킴</a:t>
            </a:r>
            <a:r>
              <a:rPr lang="en-US" altLang="ko-KR" dirty="0" smtClean="0"/>
              <a:t>, super(props)</a:t>
            </a:r>
            <a:r>
              <a:rPr lang="ko-KR" altLang="en-US" dirty="0" smtClean="0"/>
              <a:t>를 </a:t>
            </a:r>
            <a:r>
              <a:rPr lang="ko-KR" altLang="en-US" dirty="0" err="1" smtClean="0"/>
              <a:t>선언전까지</a:t>
            </a:r>
            <a:r>
              <a:rPr lang="ko-KR" altLang="en-US" dirty="0" smtClean="0"/>
              <a:t> </a:t>
            </a:r>
            <a:r>
              <a:rPr lang="en-US" altLang="ko-KR" dirty="0" smtClean="0"/>
              <a:t>constructor</a:t>
            </a:r>
            <a:r>
              <a:rPr lang="ko-KR" altLang="en-US" dirty="0" smtClean="0"/>
              <a:t>에서 </a:t>
            </a:r>
            <a:r>
              <a:rPr lang="en-US" altLang="ko-KR" dirty="0" smtClean="0"/>
              <a:t>this</a:t>
            </a:r>
            <a:r>
              <a:rPr lang="en-US" altLang="ko-KR" baseline="0" dirty="0" smtClean="0"/>
              <a:t> </a:t>
            </a:r>
            <a:r>
              <a:rPr lang="ko-KR" altLang="en-US" baseline="0" dirty="0" smtClean="0"/>
              <a:t>키워드를 사용할 수 없다</a:t>
            </a:r>
            <a:r>
              <a:rPr lang="en-US" altLang="ko-KR" baseline="0" dirty="0" smtClean="0"/>
              <a:t>(</a:t>
            </a:r>
            <a:r>
              <a:rPr lang="en-US" altLang="ko-KR" baseline="0" dirty="0" err="1" smtClean="0"/>
              <a:t>js</a:t>
            </a:r>
            <a:r>
              <a:rPr lang="ko-KR" altLang="en-US" baseline="0" dirty="0" smtClean="0"/>
              <a:t>에서</a:t>
            </a:r>
            <a:r>
              <a:rPr lang="en-US" altLang="ko-KR" baseline="0" dirty="0" smtClean="0"/>
              <a:t>)</a:t>
            </a:r>
          </a:p>
          <a:p>
            <a:pPr marL="0" marR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ko-KR" altLang="en-US" dirty="0" smtClean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09E5BFC-1559-42F1-8940-AB342D56BF02}" type="slidenum">
              <a:rPr lang="ko-KR" altLang="en-US" smtClean="0"/>
              <a:t>13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03439928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09E5BFC-1559-42F1-8940-AB342D56BF02}" type="slidenum">
              <a:rPr lang="ko-KR" altLang="en-US" smtClean="0"/>
              <a:t>14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29950675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9E5BFC-1559-42F1-8940-AB342D56BF02}" type="slidenum">
              <a:rPr lang="ko-KR" altLang="en-US" smtClean="0"/>
              <a:t>18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6642422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B009D0C-0730-3FA7-D006-7345AAB817A6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524000" y="1080511"/>
            <a:ext cx="9144000" cy="2387600"/>
          </a:xfrm>
        </p:spPr>
        <p:txBody>
          <a:bodyPr anchor="b"/>
          <a:lstStyle>
            <a:lvl1pPr algn="ctr">
              <a:defRPr sz="6000" b="1">
                <a:solidFill>
                  <a:srgbClr val="6EC173"/>
                </a:solidFill>
              </a:defRPr>
            </a:lvl1pPr>
          </a:lstStyle>
          <a:p>
            <a:r>
              <a:rPr lang="ko-KR" altLang="en-US" sz="6000" dirty="0" err="1"/>
              <a:t>과정명</a:t>
            </a:r>
            <a:endParaRPr lang="ko-KR" altLang="en-US" sz="6000" dirty="0"/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8BBAF2A3-6AB5-1035-43BF-2D5011F42D62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1524000" y="3741092"/>
            <a:ext cx="9144000" cy="1655762"/>
          </a:xfrm>
        </p:spPr>
        <p:txBody>
          <a:bodyPr>
            <a:normAutofit/>
          </a:bodyPr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 dirty="0"/>
              <a:t>부제목</a:t>
            </a:r>
          </a:p>
        </p:txBody>
      </p:sp>
      <p:sp>
        <p:nvSpPr>
          <p:cNvPr id="11" name="날짜 개체 틀 10">
            <a:extLst>
              <a:ext uri="{FF2B5EF4-FFF2-40B4-BE49-F238E27FC236}">
                <a16:creationId xmlns:a16="http://schemas.microsoft.com/office/drawing/2014/main" id="{AAFCC098-95A8-6767-4379-8DD4626B9D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19CB95-6D28-40F1-9DA3-1BAC5D4B5B4F}" type="datetime6">
              <a:rPr lang="ko-KR" altLang="en-US" smtClean="0"/>
              <a:t>2024년 7월</a:t>
            </a:fld>
            <a:endParaRPr lang="ko-KR" altLang="en-US"/>
          </a:p>
        </p:txBody>
      </p:sp>
      <p:sp>
        <p:nvSpPr>
          <p:cNvPr id="12" name="바닥글 개체 틀 11">
            <a:extLst>
              <a:ext uri="{FF2B5EF4-FFF2-40B4-BE49-F238E27FC236}">
                <a16:creationId xmlns:a16="http://schemas.microsoft.com/office/drawing/2014/main" id="{51CCB6AA-ECDD-5B10-7505-0EFEAC9C64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13" name="슬라이드 번호 개체 틀 12">
            <a:extLst>
              <a:ext uri="{FF2B5EF4-FFF2-40B4-BE49-F238E27FC236}">
                <a16:creationId xmlns:a16="http://schemas.microsoft.com/office/drawing/2014/main" id="{38B667F6-930A-7162-796D-3A16CE2AFD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‹#›</a:t>
            </a:fld>
            <a:endParaRPr lang="ko-KR" altLang="en-US"/>
          </a:p>
        </p:txBody>
      </p:sp>
      <p:sp>
        <p:nvSpPr>
          <p:cNvPr id="14" name="제목 1">
            <a:extLst>
              <a:ext uri="{FF2B5EF4-FFF2-40B4-BE49-F238E27FC236}">
                <a16:creationId xmlns:a16="http://schemas.microsoft.com/office/drawing/2014/main" id="{92A323E6-E95B-6EB2-7753-649DE78B1653}"/>
              </a:ext>
            </a:extLst>
          </p:cNvPr>
          <p:cNvSpPr txBox="1">
            <a:spLocks/>
          </p:cNvSpPr>
          <p:nvPr userDrawn="1"/>
        </p:nvSpPr>
        <p:spPr>
          <a:xfrm>
            <a:off x="6096000" y="2203895"/>
            <a:ext cx="3287846" cy="458527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en-US" altLang="ko-KR" sz="2400" dirty="0">
              <a:solidFill>
                <a:srgbClr val="6EC173"/>
              </a:solidFill>
            </a:endParaRPr>
          </a:p>
        </p:txBody>
      </p:sp>
      <p:pic>
        <p:nvPicPr>
          <p:cNvPr id="5" name="그림 4" descr="그래픽, 그래픽 디자인, 클립아트, 다채로움이(가) 표시된 사진&#10;&#10;자동 생성된 설명">
            <a:extLst>
              <a:ext uri="{FF2B5EF4-FFF2-40B4-BE49-F238E27FC236}">
                <a16:creationId xmlns:a16="http://schemas.microsoft.com/office/drawing/2014/main" id="{BE5A577B-81A7-2FA6-9E57-9DCEC5BF71F7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hqprint">
            <a:alphaModFix amt="2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96000" y="1461146"/>
            <a:ext cx="3600000" cy="36521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5362979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파트제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날짜 개체 틀 10">
            <a:extLst>
              <a:ext uri="{FF2B5EF4-FFF2-40B4-BE49-F238E27FC236}">
                <a16:creationId xmlns:a16="http://schemas.microsoft.com/office/drawing/2014/main" id="{AAFCC098-95A8-6767-4379-8DD4626B9D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19CB95-6D28-40F1-9DA3-1BAC5D4B5B4F}" type="datetime6">
              <a:rPr lang="ko-KR" altLang="en-US" smtClean="0"/>
              <a:t>2024년 7월</a:t>
            </a:fld>
            <a:endParaRPr lang="ko-KR" altLang="en-US"/>
          </a:p>
        </p:txBody>
      </p:sp>
      <p:sp>
        <p:nvSpPr>
          <p:cNvPr id="12" name="바닥글 개체 틀 11">
            <a:extLst>
              <a:ext uri="{FF2B5EF4-FFF2-40B4-BE49-F238E27FC236}">
                <a16:creationId xmlns:a16="http://schemas.microsoft.com/office/drawing/2014/main" id="{51CCB6AA-ECDD-5B10-7505-0EFEAC9C64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13" name="슬라이드 번호 개체 틀 12">
            <a:extLst>
              <a:ext uri="{FF2B5EF4-FFF2-40B4-BE49-F238E27FC236}">
                <a16:creationId xmlns:a16="http://schemas.microsoft.com/office/drawing/2014/main" id="{38B667F6-930A-7162-796D-3A16CE2AFD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‹#›</a:t>
            </a:fld>
            <a:endParaRPr lang="ko-KR" altLang="en-US"/>
          </a:p>
        </p:txBody>
      </p:sp>
      <p:sp>
        <p:nvSpPr>
          <p:cNvPr id="14" name="제목 1">
            <a:extLst>
              <a:ext uri="{FF2B5EF4-FFF2-40B4-BE49-F238E27FC236}">
                <a16:creationId xmlns:a16="http://schemas.microsoft.com/office/drawing/2014/main" id="{92A323E6-E95B-6EB2-7753-649DE78B1653}"/>
              </a:ext>
            </a:extLst>
          </p:cNvPr>
          <p:cNvSpPr txBox="1">
            <a:spLocks/>
          </p:cNvSpPr>
          <p:nvPr userDrawn="1"/>
        </p:nvSpPr>
        <p:spPr>
          <a:xfrm>
            <a:off x="6096000" y="2203895"/>
            <a:ext cx="3287846" cy="458527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en-US" altLang="ko-KR" sz="2400" dirty="0">
              <a:solidFill>
                <a:srgbClr val="6EC173"/>
              </a:solidFill>
            </a:endParaRPr>
          </a:p>
        </p:txBody>
      </p:sp>
      <p:sp>
        <p:nvSpPr>
          <p:cNvPr id="2" name="제목 1"/>
          <p:cNvSpPr>
            <a:spLocks noGrp="1"/>
          </p:cNvSpPr>
          <p:nvPr>
            <p:ph type="title" hasCustomPrompt="1"/>
          </p:nvPr>
        </p:nvSpPr>
        <p:spPr>
          <a:xfrm>
            <a:off x="838200" y="2598269"/>
            <a:ext cx="10515600" cy="1325563"/>
          </a:xfrm>
        </p:spPr>
        <p:txBody>
          <a:bodyPr>
            <a:noAutofit/>
          </a:bodyPr>
          <a:lstStyle>
            <a:lvl1pPr algn="ctr">
              <a:defRPr sz="8000" b="1">
                <a:solidFill>
                  <a:srgbClr val="6EC173"/>
                </a:solidFill>
              </a:defRPr>
            </a:lvl1pPr>
          </a:lstStyle>
          <a:p>
            <a:r>
              <a:rPr lang="ko-KR" altLang="en-US" dirty="0"/>
              <a:t>파트 제목</a:t>
            </a:r>
          </a:p>
        </p:txBody>
      </p:sp>
    </p:spTree>
    <p:extLst>
      <p:ext uri="{BB962C8B-B14F-4D97-AF65-F5344CB8AC3E}">
        <p14:creationId xmlns:p14="http://schemas.microsoft.com/office/powerpoint/2010/main" val="257951028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58757714-0D4F-E274-0B81-41987850507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A784D0C3-D33B-7107-AB80-D9F33099C3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9CE3CE-253F-4F9D-BA15-C226C8D8501E}" type="datetime6">
              <a:rPr lang="ko-KR" altLang="en-US" smtClean="0"/>
              <a:t>2024년 7월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29897DBF-398C-9DB6-E916-35AB4FE2F4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B155B8D2-7CD5-9B15-8E13-87FF760EC8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‹#›</a:t>
            </a:fld>
            <a:endParaRPr lang="ko-KR" altLang="en-US"/>
          </a:p>
        </p:txBody>
      </p:sp>
      <p:sp>
        <p:nvSpPr>
          <p:cNvPr id="7" name="제목 개체 틀 1">
            <a:extLst>
              <a:ext uri="{FF2B5EF4-FFF2-40B4-BE49-F238E27FC236}">
                <a16:creationId xmlns:a16="http://schemas.microsoft.com/office/drawing/2014/main" id="{964962A2-A4D4-9231-66A1-E1F593E604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4800" y="239650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>
              <a:defRPr b="1"/>
            </a:lvl1pPr>
          </a:lstStyle>
          <a:p>
            <a:r>
              <a:rPr lang="ko-KR" altLang="en-US" dirty="0"/>
              <a:t>마스터 제목 스타일 편집</a:t>
            </a:r>
          </a:p>
        </p:txBody>
      </p:sp>
    </p:spTree>
    <p:extLst>
      <p:ext uri="{BB962C8B-B14F-4D97-AF65-F5344CB8AC3E}">
        <p14:creationId xmlns:p14="http://schemas.microsoft.com/office/powerpoint/2010/main" val="228070037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14601C5-2723-67A2-7D21-9F39D14C7C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F4B1E75F-8FF2-A69A-E094-650EAEFD048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5331FDEF-673D-E199-7B54-FFD44BA297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5A7087-D460-46DD-B430-F8D9B9677D08}" type="datetime6">
              <a:rPr lang="ko-KR" altLang="en-US" smtClean="0"/>
              <a:t>2024년 7월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86E7B47C-D16B-1F66-3165-B941B9C612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86F13A5C-BE81-C46F-5191-E33C5F066F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2248474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D69A2ED-4026-CEC5-0F77-74287163EC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b="1"/>
            </a:lvl1pPr>
          </a:lstStyle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E95CA756-D15D-464E-966E-2DF9AA9796A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3FDC8A21-839F-87B3-9ABB-E0DA07E88EA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9B268EA5-E313-8CB5-4A12-914620F474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81BA25-D675-4234-A003-8449BDEEF18E}" type="datetime6">
              <a:rPr lang="ko-KR" altLang="en-US" smtClean="0"/>
              <a:t>2024년 7월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202797BB-0DAF-A25A-8AC2-46D61F5D6C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D48752A1-1625-10E7-A4F0-2E13719E44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3523658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8B7AE7F-26ED-35B6-1BBA-A08CB8ECE2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>
            <a:lvl1pPr>
              <a:defRPr b="1"/>
            </a:lvl1pPr>
          </a:lstStyle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E588D8DD-7148-8B19-6172-B0A169CFC34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E38CD1D6-87C8-BD82-7711-368227F17A5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EA208518-1B3C-A417-C6AC-99F9C66D122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5D843F92-B722-06A6-9A56-0A03BE26CFC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23532A15-9ECF-C043-5CC2-911757B5AC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155C29-A87F-46F0-A24C-6C9F0A4BF6AA}" type="datetime6">
              <a:rPr lang="ko-KR" altLang="en-US" smtClean="0"/>
              <a:t>2024년 7월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79998F67-77F3-1632-EC3C-114B75C5A3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8AB6C1BB-6866-2A3B-A1F3-28B5D93C14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2066896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F899283-9B12-5339-3042-B6B67884BD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b="1"/>
            </a:lvl1pPr>
          </a:lstStyle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D97E34E6-ECFD-E5F2-081F-39427DA947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2EDD62-8757-43DB-BAE0-460422B548EA}" type="datetime6">
              <a:rPr lang="ko-KR" altLang="en-US" smtClean="0"/>
              <a:t>2024년 7월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EAE04029-E47F-F52E-AF1E-D31E2D400E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03665754-DE22-245A-A4D5-FE78A35B0D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2313694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35E82391-47AE-B4C0-C4C4-22E5D96331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6A871B-4800-495F-AC75-93D44C7DEBA5}" type="datetime6">
              <a:rPr lang="ko-KR" altLang="en-US" smtClean="0"/>
              <a:t>2024년 7월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B69BF5EA-4922-4594-BC0D-A1D7F17A9A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F67BF1BF-296A-E655-349A-1877369A8C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5912858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5094360-95AE-5B28-BF6B-212680601EB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 b="1"/>
            </a:lvl1pPr>
          </a:lstStyle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86D97E12-A7FB-C81A-18C2-34781A06864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8739CAA1-90A7-601C-BD90-A0DC6A391D5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7E885FF0-6BE8-F11D-CDAC-7E7B63F396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605888-30A6-49BB-95E2-DEAE4E5B09E9}" type="datetime6">
              <a:rPr lang="ko-KR" altLang="en-US" smtClean="0"/>
              <a:t>2024년 7월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53A67A35-AF67-BDC9-86E1-D6EE283B8D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F8C23707-35CC-08DC-8C13-06293DE525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2615521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0BD7A00-094E-C3F9-1A07-8FD90B7C99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 b="1"/>
            </a:lvl1pPr>
          </a:lstStyle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DFE9F136-9A64-0D06-F721-734E1E22447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B5C3BE40-4202-4B4A-C8A7-24945AC6EE2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DDD21BA2-CA17-A4B0-BBDD-B3995CC85A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A39A32-5728-48B8-9F9C-437D214CCAF1}" type="datetime6">
              <a:rPr lang="ko-KR" altLang="en-US" smtClean="0"/>
              <a:t>2024년 7월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BE5E2437-D7E8-6CA8-856B-7C81E4CF80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D000DA3E-B239-6A01-347D-5321CBE953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4251839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78DC3B4-86CF-2498-CC6E-A256E4AA68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b="1"/>
            </a:lvl1pPr>
          </a:lstStyle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A1E0FE57-EEBD-DC2E-5AAA-A425A6D59E3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FC0A4B4C-46E0-9C94-5EAC-7237CB6A9F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ECC8BA-EBCB-4BF9-8E87-970CE0138376}" type="datetime6">
              <a:rPr lang="ko-KR" altLang="en-US" smtClean="0"/>
              <a:t>2024년 7월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1816647A-6FF5-9F90-2812-CADD484055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2F6AE80C-7F7A-130E-8BD8-5BA97658E5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7964285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E58AC244-4A84-09D3-50FB-F934F9F4796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B03D64C9-D76D-C43E-C82B-A315CE73F3E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540D0D7C-1A4D-433C-79F6-2C0633D1E9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69FA6E-4699-4AC6-B2CB-4E60A58ED7A8}" type="datetime6">
              <a:rPr lang="ko-KR" altLang="en-US" smtClean="0"/>
              <a:t>2024년 7월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FC3F9A77-28DF-C409-13B2-D20C80BB4A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EC466F88-F4F1-E00D-DC2A-8DBEA27072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7058221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D0FFFA81-23D3-040A-78B0-48B808FA70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4800" y="239650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79EC21FE-078C-940B-0151-04DDA663F5E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dirty="0"/>
              <a:t>마스터 텍스트 스타일을 편집하려면 클릭</a:t>
            </a:r>
          </a:p>
          <a:p>
            <a:pPr lvl="1"/>
            <a:r>
              <a:rPr lang="ko-KR" altLang="en-US" dirty="0"/>
              <a:t>두 번째 수준</a:t>
            </a:r>
          </a:p>
          <a:p>
            <a:pPr lvl="2"/>
            <a:r>
              <a:rPr lang="ko-KR" altLang="en-US" dirty="0"/>
              <a:t>세 번째 수준</a:t>
            </a:r>
          </a:p>
          <a:p>
            <a:pPr lvl="3"/>
            <a:r>
              <a:rPr lang="ko-KR" altLang="en-US" dirty="0"/>
              <a:t>네 번째 수준</a:t>
            </a:r>
          </a:p>
          <a:p>
            <a:pPr lvl="4"/>
            <a:r>
              <a:rPr lang="ko-KR" altLang="en-US" dirty="0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B257DE65-2350-3072-3D26-AE091FE7230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0" y="6479713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691C14A-5735-4A8B-B68B-DEC1DC2A3813}" type="datetime6">
              <a:rPr lang="ko-KR" altLang="en-US" smtClean="0"/>
              <a:t>2024년 7월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E960F7DA-0F14-8211-C3E8-B6E466EE492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DC8DDAAB-9487-BAAF-7209-B8E704131B6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448800" y="6479714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83A2CE0-18CD-4102-B738-4ACFF9E68BA4}" type="slidenum">
              <a:rPr lang="ko-KR" altLang="en-US" smtClean="0"/>
              <a:t>‹#›</a:t>
            </a:fld>
            <a:endParaRPr lang="ko-KR" altLang="en-US"/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114AD115-409A-442E-434C-D90831860530}"/>
              </a:ext>
            </a:extLst>
          </p:cNvPr>
          <p:cNvSpPr/>
          <p:nvPr userDrawn="1"/>
        </p:nvSpPr>
        <p:spPr>
          <a:xfrm>
            <a:off x="0" y="6415344"/>
            <a:ext cx="12192000" cy="45719"/>
          </a:xfrm>
          <a:prstGeom prst="rect">
            <a:avLst/>
          </a:prstGeom>
          <a:solidFill>
            <a:srgbClr val="6EC173"/>
          </a:solidFill>
          <a:ln>
            <a:solidFill>
              <a:srgbClr val="6EC17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14" name="그림 13" descr="그래픽, 그래픽 디자인, 폰트, 원이(가) 표시된 사진&#10;&#10;자동 생성된 설명">
            <a:extLst>
              <a:ext uri="{FF2B5EF4-FFF2-40B4-BE49-F238E27FC236}">
                <a16:creationId xmlns:a16="http://schemas.microsoft.com/office/drawing/2014/main" id="{0EB71D7B-83F1-1414-954A-8C79751B7793}"/>
              </a:ext>
            </a:extLst>
          </p:cNvPr>
          <p:cNvPicPr>
            <a:picLocks noChangeAspect="1"/>
          </p:cNvPicPr>
          <p:nvPr userDrawn="1"/>
        </p:nvPicPr>
        <p:blipFill>
          <a:blip r:embed="rId14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35681" y="96056"/>
            <a:ext cx="1260000" cy="2708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7748048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7" r:id="rId1"/>
    <p:sldLayoutId id="2147483688" r:id="rId2"/>
    <p:sldLayoutId id="2147483689" r:id="rId3"/>
    <p:sldLayoutId id="2147483690" r:id="rId4"/>
    <p:sldLayoutId id="2147483691" r:id="rId5"/>
    <p:sldLayoutId id="2147483692" r:id="rId6"/>
    <p:sldLayoutId id="2147483693" r:id="rId7"/>
    <p:sldLayoutId id="2147483694" r:id="rId8"/>
    <p:sldLayoutId id="2147483695" r:id="rId9"/>
    <p:sldLayoutId id="2147483696" r:id="rId10"/>
    <p:sldLayoutId id="2147483697" r:id="rId11"/>
    <p:sldLayoutId id="2147483698" r:id="rId12"/>
  </p:sldLayoutIdLst>
  <p:hf hdr="0" ftr="0"/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5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4.png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3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3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제목 6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ko-KR" altLang="en-US" dirty="0"/>
              <a:t>웹 개발자 부트캠프 과정</a:t>
            </a:r>
          </a:p>
        </p:txBody>
      </p:sp>
      <p:sp>
        <p:nvSpPr>
          <p:cNvPr id="8" name="부제목 7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altLang="ko-KR" sz="2800" dirty="0" err="1"/>
              <a:t>SeSAC</a:t>
            </a:r>
            <a:r>
              <a:rPr lang="en-US" altLang="ko-KR" sz="2800" dirty="0"/>
              <a:t> x </a:t>
            </a:r>
            <a:r>
              <a:rPr lang="en-US" altLang="ko-KR" sz="2800" dirty="0" err="1"/>
              <a:t>CODINGOn</a:t>
            </a:r>
            <a:endParaRPr lang="ko-KR" altLang="en-US" dirty="0"/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20223B3B-2FCF-58AF-BC81-E9824EB6B1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A02FB7-A3D0-4BF4-B23F-90A4C3B73A56}" type="datetime6">
              <a:rPr lang="ko-KR" altLang="en-US" smtClean="0"/>
              <a:t>2024년 7월</a:t>
            </a:fld>
            <a:endParaRPr lang="ko-KR" altLang="en-US" dirty="0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AC7112DC-52CD-A148-06F6-6813E1A674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1165530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19CB95-6D28-40F1-9DA3-1BAC5D4B5B4F}" type="datetime6">
              <a:rPr lang="ko-KR" altLang="en-US" smtClean="0"/>
              <a:t>2024년 7월</a:t>
            </a:fld>
            <a:endParaRPr lang="ko-KR" altLang="en-US"/>
          </a:p>
        </p:txBody>
      </p:sp>
      <p:sp>
        <p:nvSpPr>
          <p:cNvPr id="3" name="슬라이드 번호 개체 틀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2</a:t>
            </a:fld>
            <a:endParaRPr lang="ko-KR" altLang="en-US"/>
          </a:p>
        </p:txBody>
      </p:sp>
      <p:sp>
        <p:nvSpPr>
          <p:cNvPr id="4" name="제목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Props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39312029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6FA56DB0-EFB4-9A97-9462-05D086070C9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549052"/>
            <a:ext cx="10909152" cy="4351338"/>
          </a:xfrm>
        </p:spPr>
        <p:txBody>
          <a:bodyPr/>
          <a:lstStyle/>
          <a:p>
            <a:r>
              <a:rPr lang="en-US" altLang="ko-KR" dirty="0"/>
              <a:t>properties</a:t>
            </a:r>
            <a:r>
              <a:rPr lang="ko-KR" altLang="en-US" dirty="0"/>
              <a:t> 를 줄인 표현으로 </a:t>
            </a:r>
            <a:r>
              <a:rPr lang="ko-KR" altLang="en-US" dirty="0">
                <a:solidFill>
                  <a:schemeClr val="accent1"/>
                </a:solidFill>
              </a:rPr>
              <a:t>컴포넌트 속성을 설정할 때 사용하는 요소</a:t>
            </a:r>
            <a:endParaRPr lang="en-US" altLang="ko-KR" dirty="0">
              <a:solidFill>
                <a:schemeClr val="accent1"/>
              </a:solidFill>
            </a:endParaRPr>
          </a:p>
          <a:p>
            <a:r>
              <a:rPr lang="en-US" altLang="ko-KR" dirty="0"/>
              <a:t>props</a:t>
            </a:r>
            <a:r>
              <a:rPr lang="ko-KR" altLang="en-US" dirty="0"/>
              <a:t>는 컴포넌트끼리 값을 전달하는 수단</a:t>
            </a:r>
            <a:endParaRPr lang="en-US" altLang="ko-KR" dirty="0"/>
          </a:p>
          <a:p>
            <a:r>
              <a:rPr lang="ko-KR" altLang="en-US" dirty="0">
                <a:solidFill>
                  <a:srgbClr val="FF0000"/>
                </a:solidFill>
              </a:rPr>
              <a:t>상위</a:t>
            </a:r>
            <a:r>
              <a:rPr lang="ko-KR" altLang="en-US" dirty="0"/>
              <a:t> 컴포넌트에서 </a:t>
            </a:r>
            <a:r>
              <a:rPr lang="ko-KR" altLang="en-US" dirty="0">
                <a:solidFill>
                  <a:srgbClr val="FF0000"/>
                </a:solidFill>
              </a:rPr>
              <a:t>하위</a:t>
            </a:r>
            <a:r>
              <a:rPr lang="ko-KR" altLang="en-US" dirty="0"/>
              <a:t> 컴포넌트로 전달 </a:t>
            </a:r>
            <a:r>
              <a:rPr lang="en-US" altLang="ko-KR" dirty="0"/>
              <a:t>(</a:t>
            </a:r>
            <a:r>
              <a:rPr lang="ko-KR" altLang="en-US" dirty="0"/>
              <a:t>단방향 데이터 흐름</a:t>
            </a:r>
            <a:r>
              <a:rPr lang="en-US" altLang="ko-KR" dirty="0"/>
              <a:t>)</a:t>
            </a:r>
            <a:endParaRPr lang="ko-KR" altLang="en-US" dirty="0"/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3AB8FEC5-B146-AB68-CA6C-476D14DFE2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A0D294-60EA-4DAA-90A4-E86E9A5EB9AE}" type="datetime6">
              <a:rPr lang="ko-KR" altLang="en-US" smtClean="0"/>
              <a:t>2024년 7월</a:t>
            </a:fld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53FBE229-2957-079F-DEC2-73F426DE53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3</a:t>
            </a:fld>
            <a:endParaRPr lang="ko-KR" altLang="en-US"/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7D5D341A-A4A5-AEF2-4CD5-0AAC351156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props</a:t>
            </a:r>
            <a:r>
              <a:rPr lang="ko-KR" altLang="en-US" dirty="0"/>
              <a:t>란</a:t>
            </a:r>
            <a:r>
              <a:rPr lang="en-US" altLang="ko-KR" dirty="0"/>
              <a:t>?</a:t>
            </a:r>
            <a:endParaRPr lang="ko-KR" altLang="en-US" dirty="0"/>
          </a:p>
        </p:txBody>
      </p:sp>
      <p:pic>
        <p:nvPicPr>
          <p:cNvPr id="8" name="그림 7">
            <a:extLst>
              <a:ext uri="{FF2B5EF4-FFF2-40B4-BE49-F238E27FC236}">
                <a16:creationId xmlns:a16="http://schemas.microsoft.com/office/drawing/2014/main" id="{AC50D0F5-D6FF-02FF-F06C-A9847C26D5E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17655" y="3501232"/>
            <a:ext cx="8756689" cy="1878598"/>
          </a:xfrm>
          <a:prstGeom prst="rect">
            <a:avLst/>
          </a:prstGeom>
        </p:spPr>
      </p:pic>
      <p:sp>
        <p:nvSpPr>
          <p:cNvPr id="6" name="직사각형 5">
            <a:extLst>
              <a:ext uri="{FF2B5EF4-FFF2-40B4-BE49-F238E27FC236}">
                <a16:creationId xmlns:a16="http://schemas.microsoft.com/office/drawing/2014/main" id="{7357C9F8-0763-556D-5A59-66ABE3679253}"/>
              </a:ext>
            </a:extLst>
          </p:cNvPr>
          <p:cNvSpPr/>
          <p:nvPr/>
        </p:nvSpPr>
        <p:spPr>
          <a:xfrm>
            <a:off x="3980985" y="4902173"/>
            <a:ext cx="3852615" cy="417462"/>
          </a:xfrm>
          <a:prstGeom prst="rect">
            <a:avLst/>
          </a:prstGeom>
          <a:noFill/>
          <a:ln w="38100">
            <a:solidFill>
              <a:srgbClr val="FFFF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7050102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1574D3CA-D8CF-CA1C-3F4A-998F76A137E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12288" y="1504381"/>
            <a:ext cx="11070515" cy="4111688"/>
          </a:xfrm>
        </p:spPr>
        <p:txBody>
          <a:bodyPr/>
          <a:lstStyle/>
          <a:p>
            <a:r>
              <a:rPr lang="ko-KR" altLang="en-US" dirty="0"/>
              <a:t>부모 컴포넌트에서 전달한 </a:t>
            </a:r>
            <a:r>
              <a:rPr lang="en-US" altLang="ko-KR" dirty="0"/>
              <a:t>props</a:t>
            </a:r>
            <a:r>
              <a:rPr lang="ko-KR" altLang="en-US" dirty="0"/>
              <a:t>는 함수형 컴포넌트에서 함수의 파라미터로 전달받으며</a:t>
            </a:r>
            <a:r>
              <a:rPr lang="en-US" altLang="ko-KR" dirty="0"/>
              <a:t>, JSX </a:t>
            </a:r>
            <a:r>
              <a:rPr lang="ko-KR" altLang="en-US" dirty="0"/>
              <a:t>내부에서 </a:t>
            </a:r>
            <a:r>
              <a:rPr lang="en-US" altLang="ko-KR" dirty="0"/>
              <a:t>{</a:t>
            </a:r>
            <a:r>
              <a:rPr lang="ko-KR" altLang="en-US" dirty="0"/>
              <a:t> </a:t>
            </a:r>
            <a:r>
              <a:rPr lang="en-US" altLang="ko-KR" dirty="0"/>
              <a:t>}</a:t>
            </a:r>
            <a:r>
              <a:rPr lang="ko-KR" altLang="en-US" dirty="0"/>
              <a:t> 기호로 감싸서 사용한다</a:t>
            </a:r>
            <a:r>
              <a:rPr lang="en-US" altLang="ko-KR" dirty="0"/>
              <a:t>.</a:t>
            </a:r>
            <a:endParaRPr lang="ko-KR" altLang="en-US" dirty="0"/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074D7D0A-B415-2367-6C34-8CCD7433407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D2DBD1-6134-4975-8CE7-24ED1E9282F4}" type="datetime6">
              <a:rPr lang="ko-KR" altLang="en-US" smtClean="0"/>
              <a:t>2024년 7월</a:t>
            </a:fld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56068801-C26C-845E-88A0-C0EE20EAD5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4</a:t>
            </a:fld>
            <a:endParaRPr lang="ko-KR" altLang="en-US"/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BADBC1B1-0301-1639-46FF-900D8EA2CB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함수형 컴포넌트 </a:t>
            </a:r>
            <a:r>
              <a:rPr lang="en-US" altLang="ko-KR" dirty="0"/>
              <a:t>props</a:t>
            </a:r>
            <a:endParaRPr lang="ko-KR" altLang="en-US" dirty="0"/>
          </a:p>
        </p:txBody>
      </p:sp>
      <p:pic>
        <p:nvPicPr>
          <p:cNvPr id="8" name="그림 7">
            <a:extLst>
              <a:ext uri="{FF2B5EF4-FFF2-40B4-BE49-F238E27FC236}">
                <a16:creationId xmlns:a16="http://schemas.microsoft.com/office/drawing/2014/main" id="{4351D6CF-BAFC-6E43-82C5-74687E7CA96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6981" y="2516457"/>
            <a:ext cx="9392217" cy="605949"/>
          </a:xfrm>
          <a:prstGeom prst="rect">
            <a:avLst/>
          </a:prstGeom>
        </p:spPr>
      </p:pic>
      <p:pic>
        <p:nvPicPr>
          <p:cNvPr id="11" name="그림 10">
            <a:extLst>
              <a:ext uri="{FF2B5EF4-FFF2-40B4-BE49-F238E27FC236}">
                <a16:creationId xmlns:a16="http://schemas.microsoft.com/office/drawing/2014/main" id="{6CC3DEE9-DD64-3625-3C53-C0508ABE17C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08858" y="3279140"/>
            <a:ext cx="5437043" cy="2740866"/>
          </a:xfrm>
          <a:prstGeom prst="rect">
            <a:avLst/>
          </a:prstGeom>
        </p:spPr>
      </p:pic>
      <p:sp>
        <p:nvSpPr>
          <p:cNvPr id="6" name="내용 개체 틀 2">
            <a:extLst>
              <a:ext uri="{FF2B5EF4-FFF2-40B4-BE49-F238E27FC236}">
                <a16:creationId xmlns:a16="http://schemas.microsoft.com/office/drawing/2014/main" id="{9D64BAAA-E994-663B-438F-F4DC4D6F48CC}"/>
              </a:ext>
            </a:extLst>
          </p:cNvPr>
          <p:cNvSpPr txBox="1">
            <a:spLocks/>
          </p:cNvSpPr>
          <p:nvPr/>
        </p:nvSpPr>
        <p:spPr>
          <a:xfrm>
            <a:off x="1116981" y="3122406"/>
            <a:ext cx="3867614" cy="437819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/>
          </a:bodyPr>
          <a:lstStyle>
            <a:lvl1pPr marL="228600" indent="-228600" algn="l" defTabSz="914400" rtl="0" eaLnBrk="1" latinLnBrk="1" hangingPunct="1">
              <a:lnSpc>
                <a:spcPct val="12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altLang="ko-KR" sz="1800" b="1" dirty="0">
                <a:solidFill>
                  <a:schemeClr val="bg1">
                    <a:lumMod val="50000"/>
                  </a:schemeClr>
                </a:solidFill>
              </a:rPr>
              <a:t>*</a:t>
            </a:r>
            <a:r>
              <a:rPr lang="ko-KR" altLang="en-US" sz="1800" b="1" dirty="0">
                <a:solidFill>
                  <a:schemeClr val="bg1">
                    <a:lumMod val="50000"/>
                  </a:schemeClr>
                </a:solidFill>
              </a:rPr>
              <a:t> 부모 컴포넌트에서 </a:t>
            </a:r>
            <a:r>
              <a:rPr lang="en-US" altLang="ko-KR" sz="1800" b="1" dirty="0">
                <a:solidFill>
                  <a:schemeClr val="bg1">
                    <a:lumMod val="50000"/>
                  </a:schemeClr>
                </a:solidFill>
              </a:rPr>
              <a:t>name props </a:t>
            </a:r>
            <a:r>
              <a:rPr lang="ko-KR" altLang="en-US" sz="1800" b="1" dirty="0">
                <a:solidFill>
                  <a:schemeClr val="bg1">
                    <a:lumMod val="50000"/>
                  </a:schemeClr>
                </a:solidFill>
              </a:rPr>
              <a:t>전달</a:t>
            </a:r>
            <a:endParaRPr lang="en-US" altLang="ko-KR" sz="1800" b="1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7" name="내용 개체 틀 2">
            <a:extLst>
              <a:ext uri="{FF2B5EF4-FFF2-40B4-BE49-F238E27FC236}">
                <a16:creationId xmlns:a16="http://schemas.microsoft.com/office/drawing/2014/main" id="{238161D3-9870-C26D-DC87-05DBD05CC0ED}"/>
              </a:ext>
            </a:extLst>
          </p:cNvPr>
          <p:cNvSpPr txBox="1">
            <a:spLocks/>
          </p:cNvSpPr>
          <p:nvPr/>
        </p:nvSpPr>
        <p:spPr>
          <a:xfrm>
            <a:off x="6008858" y="6041894"/>
            <a:ext cx="3867614" cy="437819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/>
          </a:bodyPr>
          <a:lstStyle>
            <a:lvl1pPr marL="228600" indent="-228600" algn="l" defTabSz="914400" rtl="0" eaLnBrk="1" latinLnBrk="1" hangingPunct="1">
              <a:lnSpc>
                <a:spcPct val="12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altLang="ko-KR" sz="1800" b="1" dirty="0">
                <a:solidFill>
                  <a:schemeClr val="bg1">
                    <a:lumMod val="50000"/>
                  </a:schemeClr>
                </a:solidFill>
              </a:rPr>
              <a:t>*</a:t>
            </a:r>
            <a:r>
              <a:rPr lang="ko-KR" altLang="en-US" sz="1800" b="1" dirty="0">
                <a:solidFill>
                  <a:schemeClr val="bg1">
                    <a:lumMod val="50000"/>
                  </a:schemeClr>
                </a:solidFill>
              </a:rPr>
              <a:t> 자식 컴포넌트에서 </a:t>
            </a:r>
            <a:r>
              <a:rPr lang="en-US" altLang="ko-KR" sz="1800" b="1" dirty="0">
                <a:solidFill>
                  <a:schemeClr val="bg1">
                    <a:lumMod val="50000"/>
                  </a:schemeClr>
                </a:solidFill>
              </a:rPr>
              <a:t>name props </a:t>
            </a:r>
            <a:r>
              <a:rPr lang="ko-KR" altLang="en-US" sz="1800" b="1" dirty="0">
                <a:solidFill>
                  <a:schemeClr val="bg1">
                    <a:lumMod val="50000"/>
                  </a:schemeClr>
                </a:solidFill>
              </a:rPr>
              <a:t>받음</a:t>
            </a:r>
            <a:endParaRPr lang="en-US" altLang="ko-KR" sz="1800" b="1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E10FD8AE-ED5A-8988-A4D6-ACA31832D594}"/>
              </a:ext>
            </a:extLst>
          </p:cNvPr>
          <p:cNvSpPr/>
          <p:nvPr/>
        </p:nvSpPr>
        <p:spPr>
          <a:xfrm>
            <a:off x="4169693" y="2570570"/>
            <a:ext cx="2634308" cy="417462"/>
          </a:xfrm>
          <a:prstGeom prst="rect">
            <a:avLst/>
          </a:prstGeom>
          <a:noFill/>
          <a:ln w="38100">
            <a:solidFill>
              <a:srgbClr val="FFFF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C3985B5A-1218-7902-7BC9-DDA2AEA54F61}"/>
              </a:ext>
            </a:extLst>
          </p:cNvPr>
          <p:cNvSpPr/>
          <p:nvPr/>
        </p:nvSpPr>
        <p:spPr>
          <a:xfrm>
            <a:off x="8697600" y="4233343"/>
            <a:ext cx="1677600" cy="417462"/>
          </a:xfrm>
          <a:prstGeom prst="rect">
            <a:avLst/>
          </a:prstGeom>
          <a:noFill/>
          <a:ln w="38100">
            <a:solidFill>
              <a:srgbClr val="FFFF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6636476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F58BA935-9974-ADFF-3BF1-8E8D0A7C98C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22400"/>
            <a:ext cx="10515600" cy="4754563"/>
          </a:xfrm>
        </p:spPr>
        <p:txBody>
          <a:bodyPr/>
          <a:lstStyle/>
          <a:p>
            <a:r>
              <a:rPr lang="ko-KR" altLang="en-US" dirty="0"/>
              <a:t>부모</a:t>
            </a:r>
            <a:r>
              <a:rPr lang="en-US" altLang="ko-KR" dirty="0"/>
              <a:t> </a:t>
            </a:r>
            <a:r>
              <a:rPr lang="ko-KR" altLang="en-US" dirty="0"/>
              <a:t>컴포넌트에서 </a:t>
            </a:r>
            <a:r>
              <a:rPr lang="en-US" altLang="ko-KR" dirty="0"/>
              <a:t>props</a:t>
            </a:r>
            <a:r>
              <a:rPr lang="ko-KR" altLang="en-US" dirty="0"/>
              <a:t>가 전달되지 않았을 때 기본값으로 보여줄 </a:t>
            </a:r>
            <a:r>
              <a:rPr lang="en-US" altLang="ko-KR" dirty="0"/>
              <a:t>props</a:t>
            </a:r>
            <a:r>
              <a:rPr lang="ko-KR" altLang="en-US" dirty="0"/>
              <a:t>를 설정하는 것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EA7801AE-74C7-21CB-361E-D40FEB501E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92E807-52C8-4999-93D3-9678270AD8FA}" type="datetime6">
              <a:rPr lang="ko-KR" altLang="en-US" smtClean="0"/>
              <a:t>2024년 7월</a:t>
            </a:fld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5AD298C9-B8AB-36D5-4E0A-1B37A301C0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5</a:t>
            </a:fld>
            <a:endParaRPr lang="ko-KR" altLang="en-US"/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34D0F6FF-64A1-A9C5-F4FD-75F1A69D36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 err="1"/>
              <a:t>defaultProps</a:t>
            </a:r>
            <a:endParaRPr lang="ko-KR" altLang="en-US" dirty="0"/>
          </a:p>
        </p:txBody>
      </p:sp>
      <p:pic>
        <p:nvPicPr>
          <p:cNvPr id="8" name="그림 7">
            <a:extLst>
              <a:ext uri="{FF2B5EF4-FFF2-40B4-BE49-F238E27FC236}">
                <a16:creationId xmlns:a16="http://schemas.microsoft.com/office/drawing/2014/main" id="{CF1CC9EC-5103-8E8F-F35A-460486D82DE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3840" y="2651126"/>
            <a:ext cx="6277635" cy="565378"/>
          </a:xfrm>
          <a:prstGeom prst="rect">
            <a:avLst/>
          </a:prstGeom>
        </p:spPr>
      </p:pic>
      <p:pic>
        <p:nvPicPr>
          <p:cNvPr id="12" name="그림 11">
            <a:extLst>
              <a:ext uri="{FF2B5EF4-FFF2-40B4-BE49-F238E27FC236}">
                <a16:creationId xmlns:a16="http://schemas.microsoft.com/office/drawing/2014/main" id="{B7480FD1-3459-79EB-205E-E4E841B5916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60753" y="1887040"/>
            <a:ext cx="5378737" cy="4351338"/>
          </a:xfrm>
          <a:prstGeom prst="rect">
            <a:avLst/>
          </a:prstGeom>
        </p:spPr>
      </p:pic>
      <p:sp>
        <p:nvSpPr>
          <p:cNvPr id="6" name="직사각형 5">
            <a:extLst>
              <a:ext uri="{FF2B5EF4-FFF2-40B4-BE49-F238E27FC236}">
                <a16:creationId xmlns:a16="http://schemas.microsoft.com/office/drawing/2014/main" id="{68407960-7829-5181-2B64-BEFE94098644}"/>
              </a:ext>
            </a:extLst>
          </p:cNvPr>
          <p:cNvSpPr/>
          <p:nvPr/>
        </p:nvSpPr>
        <p:spPr>
          <a:xfrm>
            <a:off x="6415812" y="4946570"/>
            <a:ext cx="4351575" cy="1087030"/>
          </a:xfrm>
          <a:prstGeom prst="rect">
            <a:avLst/>
          </a:prstGeom>
          <a:noFill/>
          <a:ln w="38100">
            <a:solidFill>
              <a:srgbClr val="FFFF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" name="내용 개체 틀 2">
            <a:extLst>
              <a:ext uri="{FF2B5EF4-FFF2-40B4-BE49-F238E27FC236}">
                <a16:creationId xmlns:a16="http://schemas.microsoft.com/office/drawing/2014/main" id="{24A70FDD-59B7-03AC-60AC-4AAEEEF9E093}"/>
              </a:ext>
            </a:extLst>
          </p:cNvPr>
          <p:cNvSpPr txBox="1">
            <a:spLocks/>
          </p:cNvSpPr>
          <p:nvPr/>
        </p:nvSpPr>
        <p:spPr>
          <a:xfrm>
            <a:off x="283840" y="3180090"/>
            <a:ext cx="3867614" cy="43781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1" hangingPunct="1">
              <a:lnSpc>
                <a:spcPct val="12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altLang="ko-KR" sz="1800" b="1" dirty="0">
                <a:solidFill>
                  <a:schemeClr val="bg1">
                    <a:lumMod val="50000"/>
                  </a:schemeClr>
                </a:solidFill>
              </a:rPr>
              <a:t>*</a:t>
            </a:r>
            <a:r>
              <a:rPr lang="ko-KR" altLang="en-US" sz="1800" b="1" dirty="0">
                <a:solidFill>
                  <a:schemeClr val="bg1">
                    <a:lumMod val="50000"/>
                  </a:schemeClr>
                </a:solidFill>
              </a:rPr>
              <a:t> 부모 컴포넌트</a:t>
            </a:r>
            <a:endParaRPr lang="en-US" altLang="ko-KR" sz="1800" b="1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9" name="내용 개체 틀 2">
            <a:extLst>
              <a:ext uri="{FF2B5EF4-FFF2-40B4-BE49-F238E27FC236}">
                <a16:creationId xmlns:a16="http://schemas.microsoft.com/office/drawing/2014/main" id="{4FF724C0-6D72-23E7-5BB6-6E2A64B863CA}"/>
              </a:ext>
            </a:extLst>
          </p:cNvPr>
          <p:cNvSpPr txBox="1">
            <a:spLocks/>
          </p:cNvSpPr>
          <p:nvPr/>
        </p:nvSpPr>
        <p:spPr>
          <a:xfrm>
            <a:off x="4482005" y="5739144"/>
            <a:ext cx="3867614" cy="43781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1" hangingPunct="1">
              <a:lnSpc>
                <a:spcPct val="12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altLang="ko-KR" sz="1800" b="1" dirty="0">
                <a:solidFill>
                  <a:schemeClr val="bg1">
                    <a:lumMod val="50000"/>
                  </a:schemeClr>
                </a:solidFill>
              </a:rPr>
              <a:t>*</a:t>
            </a:r>
            <a:r>
              <a:rPr lang="ko-KR" altLang="en-US" sz="1800" b="1" dirty="0">
                <a:solidFill>
                  <a:schemeClr val="bg1">
                    <a:lumMod val="50000"/>
                  </a:schemeClr>
                </a:solidFill>
              </a:rPr>
              <a:t> 자식 컴포넌트</a:t>
            </a:r>
            <a:endParaRPr lang="en-US" altLang="ko-KR" sz="1800" b="1" dirty="0">
              <a:solidFill>
                <a:schemeClr val="bg1">
                  <a:lumMod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3940086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0BE78717-14C8-E4F8-75F1-F1234CB9F0E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03763" y="1328545"/>
            <a:ext cx="10515600" cy="4611750"/>
          </a:xfrm>
        </p:spPr>
        <p:txBody>
          <a:bodyPr/>
          <a:lstStyle/>
          <a:p>
            <a:r>
              <a:rPr lang="ko-KR" altLang="en-US" dirty="0"/>
              <a:t>부모 컴포넌트에서 자식 컴포넌트를 호출할 때 태그 사이에 작성한 문자열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1EE73E45-3FE2-D7F4-455A-DAEACC1B77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8F6701-635E-4B4D-8246-F6CD3AE14CBE}" type="datetime6">
              <a:rPr lang="ko-KR" altLang="en-US" smtClean="0"/>
              <a:t>2024년 7월</a:t>
            </a:fld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A33FAE8C-8767-B5C4-EA69-B8DAE4E6F8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6</a:t>
            </a:fld>
            <a:endParaRPr lang="ko-KR" altLang="en-US"/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07B9E0F2-1D61-CB69-8491-8498FD5737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 err="1"/>
              <a:t>props.children</a:t>
            </a:r>
            <a:endParaRPr lang="ko-KR" altLang="en-US" dirty="0"/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1A3B1BED-0007-7448-5CCC-0D6DC2A8D40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61616" y="2871780"/>
            <a:ext cx="5677829" cy="3239980"/>
          </a:xfrm>
          <a:prstGeom prst="rect">
            <a:avLst/>
          </a:prstGeom>
        </p:spPr>
      </p:pic>
      <p:pic>
        <p:nvPicPr>
          <p:cNvPr id="10" name="그림 9">
            <a:extLst>
              <a:ext uri="{FF2B5EF4-FFF2-40B4-BE49-F238E27FC236}">
                <a16:creationId xmlns:a16="http://schemas.microsoft.com/office/drawing/2014/main" id="{FAE03D15-0ABA-1274-941A-A1F95AD39BF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6076" y="2186753"/>
            <a:ext cx="10286891" cy="500335"/>
          </a:xfrm>
          <a:prstGeom prst="rect">
            <a:avLst/>
          </a:prstGeom>
        </p:spPr>
      </p:pic>
      <p:sp>
        <p:nvSpPr>
          <p:cNvPr id="6" name="직사각형 5">
            <a:extLst>
              <a:ext uri="{FF2B5EF4-FFF2-40B4-BE49-F238E27FC236}">
                <a16:creationId xmlns:a16="http://schemas.microsoft.com/office/drawing/2014/main" id="{2E9A0216-F259-B2FF-147E-338776360EA3}"/>
              </a:ext>
            </a:extLst>
          </p:cNvPr>
          <p:cNvSpPr/>
          <p:nvPr/>
        </p:nvSpPr>
        <p:spPr>
          <a:xfrm>
            <a:off x="6250493" y="2233664"/>
            <a:ext cx="1626307" cy="417462"/>
          </a:xfrm>
          <a:prstGeom prst="rect">
            <a:avLst/>
          </a:prstGeom>
          <a:noFill/>
          <a:ln w="38100">
            <a:solidFill>
              <a:srgbClr val="FFFF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30ECDBFF-A638-BD21-A990-4F05F9BF30EF}"/>
              </a:ext>
            </a:extLst>
          </p:cNvPr>
          <p:cNvSpPr/>
          <p:nvPr/>
        </p:nvSpPr>
        <p:spPr>
          <a:xfrm>
            <a:off x="7353293" y="4625264"/>
            <a:ext cx="2359507" cy="417462"/>
          </a:xfrm>
          <a:prstGeom prst="rect">
            <a:avLst/>
          </a:prstGeom>
          <a:noFill/>
          <a:ln w="38100">
            <a:solidFill>
              <a:srgbClr val="FFFF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" name="내용 개체 틀 2">
            <a:extLst>
              <a:ext uri="{FF2B5EF4-FFF2-40B4-BE49-F238E27FC236}">
                <a16:creationId xmlns:a16="http://schemas.microsoft.com/office/drawing/2014/main" id="{FD131762-2C9C-14F1-8BBF-DE53F198A8F3}"/>
              </a:ext>
            </a:extLst>
          </p:cNvPr>
          <p:cNvSpPr txBox="1">
            <a:spLocks/>
          </p:cNvSpPr>
          <p:nvPr/>
        </p:nvSpPr>
        <p:spPr>
          <a:xfrm>
            <a:off x="696076" y="2651126"/>
            <a:ext cx="3867614" cy="43781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1" hangingPunct="1">
              <a:lnSpc>
                <a:spcPct val="12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altLang="ko-KR" sz="1800" b="1" dirty="0">
                <a:solidFill>
                  <a:schemeClr val="bg1">
                    <a:lumMod val="50000"/>
                  </a:schemeClr>
                </a:solidFill>
              </a:rPr>
              <a:t>*</a:t>
            </a:r>
            <a:r>
              <a:rPr lang="ko-KR" altLang="en-US" sz="1800" b="1" dirty="0">
                <a:solidFill>
                  <a:schemeClr val="bg1">
                    <a:lumMod val="50000"/>
                  </a:schemeClr>
                </a:solidFill>
              </a:rPr>
              <a:t> 부모 컴포넌트</a:t>
            </a:r>
            <a:endParaRPr lang="en-US" altLang="ko-KR" sz="1800" b="1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11" name="내용 개체 틀 2">
            <a:extLst>
              <a:ext uri="{FF2B5EF4-FFF2-40B4-BE49-F238E27FC236}">
                <a16:creationId xmlns:a16="http://schemas.microsoft.com/office/drawing/2014/main" id="{060DD829-E8F9-0609-7DFF-8CE8EA6BE092}"/>
              </a:ext>
            </a:extLst>
          </p:cNvPr>
          <p:cNvSpPr txBox="1">
            <a:spLocks/>
          </p:cNvSpPr>
          <p:nvPr/>
        </p:nvSpPr>
        <p:spPr>
          <a:xfrm>
            <a:off x="9562117" y="5639009"/>
            <a:ext cx="3867614" cy="43781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1" hangingPunct="1">
              <a:lnSpc>
                <a:spcPct val="12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altLang="ko-KR" sz="1800" b="1" dirty="0">
                <a:solidFill>
                  <a:schemeClr val="bg1">
                    <a:lumMod val="50000"/>
                  </a:schemeClr>
                </a:solidFill>
              </a:rPr>
              <a:t>*</a:t>
            </a:r>
            <a:r>
              <a:rPr lang="ko-KR" altLang="en-US" sz="1800" b="1" dirty="0">
                <a:solidFill>
                  <a:schemeClr val="bg1">
                    <a:lumMod val="50000"/>
                  </a:schemeClr>
                </a:solidFill>
              </a:rPr>
              <a:t> 자식 컴포넌트</a:t>
            </a:r>
            <a:endParaRPr lang="en-US" altLang="ko-KR" sz="1800" b="1" dirty="0">
              <a:solidFill>
                <a:schemeClr val="bg1">
                  <a:lumMod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2505465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6C624099-C68E-F711-CF88-171EAEF9946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65213"/>
            <a:ext cx="10681800" cy="4111688"/>
          </a:xfrm>
        </p:spPr>
        <p:txBody>
          <a:bodyPr/>
          <a:lstStyle/>
          <a:p>
            <a:r>
              <a:rPr lang="ko-KR" altLang="en-US" dirty="0"/>
              <a:t>컴포넌트의 </a:t>
            </a:r>
            <a:r>
              <a:rPr lang="ko-KR" altLang="en-US" b="1" dirty="0"/>
              <a:t>필수 </a:t>
            </a:r>
            <a:r>
              <a:rPr lang="en-US" altLang="ko-KR" b="1" dirty="0"/>
              <a:t>props</a:t>
            </a:r>
            <a:r>
              <a:rPr lang="ko-KR" altLang="en-US" b="1" dirty="0"/>
              <a:t>를 지정</a:t>
            </a:r>
            <a:r>
              <a:rPr lang="ko-KR" altLang="en-US" dirty="0"/>
              <a:t>하거나 </a:t>
            </a:r>
            <a:r>
              <a:rPr lang="en-US" altLang="ko-KR" b="1" dirty="0"/>
              <a:t>props</a:t>
            </a:r>
            <a:r>
              <a:rPr lang="ko-KR" altLang="en-US" b="1" dirty="0"/>
              <a:t>의 타입을 지정</a:t>
            </a:r>
            <a:r>
              <a:rPr lang="ko-KR" altLang="en-US" dirty="0"/>
              <a:t>할 때 사용</a:t>
            </a:r>
            <a:endParaRPr lang="en-US" altLang="ko-KR" dirty="0"/>
          </a:p>
          <a:p>
            <a:r>
              <a:rPr lang="en-US" altLang="ko-KR" dirty="0"/>
              <a:t>JavaScript</a:t>
            </a:r>
            <a:r>
              <a:rPr lang="ko-KR" altLang="en-US" dirty="0"/>
              <a:t>의 </a:t>
            </a:r>
            <a:r>
              <a:rPr lang="en-US" altLang="ko-KR" b="1" dirty="0"/>
              <a:t>“</a:t>
            </a:r>
            <a:r>
              <a:rPr lang="ko-KR" altLang="en-US" b="1" dirty="0"/>
              <a:t>유연한 특성</a:t>
            </a:r>
            <a:r>
              <a:rPr lang="en-US" altLang="ko-KR" b="1" dirty="0"/>
              <a:t>” </a:t>
            </a:r>
            <a:r>
              <a:rPr lang="ko-KR" altLang="en-US" b="1" dirty="0"/>
              <a:t>을 해결</a:t>
            </a:r>
            <a:r>
              <a:rPr lang="ko-KR" altLang="en-US" dirty="0"/>
              <a:t>하기 위해 권장되는 기능</a:t>
            </a:r>
            <a:endParaRPr lang="en-US" altLang="ko-KR" dirty="0"/>
          </a:p>
          <a:p>
            <a:r>
              <a:rPr lang="ko-KR" altLang="en-US" dirty="0"/>
              <a:t>정해진 타입이 아닌 다른 타입으로 정보가 전달될 시</a:t>
            </a:r>
            <a:r>
              <a:rPr lang="en-US" altLang="ko-KR" dirty="0"/>
              <a:t>, </a:t>
            </a:r>
            <a:r>
              <a:rPr lang="ko-KR" altLang="en-US" dirty="0"/>
              <a:t>제대로 동작은 하지만 </a:t>
            </a:r>
            <a:r>
              <a:rPr lang="en-US" altLang="ko-KR" dirty="0"/>
              <a:t>console</a:t>
            </a:r>
            <a:r>
              <a:rPr lang="ko-KR" altLang="en-US" dirty="0"/>
              <a:t>에 오류가 나온다</a:t>
            </a:r>
            <a:r>
              <a:rPr lang="en-US" altLang="ko-KR" dirty="0"/>
              <a:t>.</a:t>
            </a:r>
            <a:endParaRPr lang="ko-KR" altLang="en-US" dirty="0"/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A3927CF3-AEB6-3834-F3BC-884DE699DC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980AA1-5246-4A25-BE32-94BE467B109F}" type="datetime6">
              <a:rPr lang="ko-KR" altLang="en-US" smtClean="0"/>
              <a:t>2024년 7월</a:t>
            </a:fld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F8E01E7F-761C-AAB6-93BA-ABA9F0CCD9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7</a:t>
            </a:fld>
            <a:endParaRPr lang="ko-KR" altLang="en-US"/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A3620784-E4F5-8D73-C265-4AB027BD27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 err="1"/>
              <a:t>propTypes</a:t>
            </a:r>
            <a:endParaRPr lang="ko-KR" altLang="en-US" dirty="0"/>
          </a:p>
        </p:txBody>
      </p:sp>
      <p:pic>
        <p:nvPicPr>
          <p:cNvPr id="8" name="그림 7">
            <a:extLst>
              <a:ext uri="{FF2B5EF4-FFF2-40B4-BE49-F238E27FC236}">
                <a16:creationId xmlns:a16="http://schemas.microsoft.com/office/drawing/2014/main" id="{18C333B9-0CCB-D42B-6EA4-F446F601DF3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80033" y="4086177"/>
            <a:ext cx="5222308" cy="481597"/>
          </a:xfrm>
          <a:prstGeom prst="rect">
            <a:avLst/>
          </a:prstGeom>
        </p:spPr>
      </p:pic>
      <p:pic>
        <p:nvPicPr>
          <p:cNvPr id="10" name="그림 9">
            <a:extLst>
              <a:ext uri="{FF2B5EF4-FFF2-40B4-BE49-F238E27FC236}">
                <a16:creationId xmlns:a16="http://schemas.microsoft.com/office/drawing/2014/main" id="{703881B7-AA60-536E-8373-31C84067BE0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89767" y="4745861"/>
            <a:ext cx="5612574" cy="15557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4490582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3D030445-48BF-C84E-F822-5A66CC3296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9C6C9C-69B7-4FA3-B533-50D416C4BDB3}" type="datetime6">
              <a:rPr lang="ko-KR" altLang="en-US" smtClean="0"/>
              <a:t>2024년 7월</a:t>
            </a:fld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F9CF4A8C-6D61-9227-F631-016924A263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8</a:t>
            </a:fld>
            <a:endParaRPr lang="ko-KR" altLang="en-US"/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53B37166-FF69-0EA9-719E-4F992CA77E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클래스형 컴포넌트 </a:t>
            </a:r>
            <a:r>
              <a:rPr lang="en-US" altLang="ko-KR" dirty="0"/>
              <a:t>props</a:t>
            </a:r>
            <a:endParaRPr lang="ko-KR" altLang="en-US" dirty="0"/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65A04D30-D8DE-F3AC-0AD7-D0A7C4EBBA4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92109" y="2397431"/>
            <a:ext cx="9407781" cy="22076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780130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내용 개체 틀 7">
            <a:extLst>
              <a:ext uri="{FF2B5EF4-FFF2-40B4-BE49-F238E27FC236}">
                <a16:creationId xmlns:a16="http://schemas.microsoft.com/office/drawing/2014/main" id="{FFB727CA-1CAF-5823-2284-A8E3E380ECF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4505103" y="3153450"/>
            <a:ext cx="3181794" cy="1695687"/>
          </a:xfrm>
        </p:spPr>
      </p:pic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2C35D214-99C2-39F1-EE1F-E3A68C71D0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4C2489-C217-46DD-AED2-42AF67716448}" type="datetime6">
              <a:rPr lang="ko-KR" altLang="en-US" smtClean="0"/>
              <a:t>2024년 7월</a:t>
            </a:fld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178C3E24-37DC-A7B3-A6B3-C92E68A36E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9</a:t>
            </a:fld>
            <a:endParaRPr lang="ko-KR" altLang="en-US"/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146BCE33-E9CF-3E40-0A85-9333A76C67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클래스형 컴포넌트 </a:t>
            </a:r>
            <a:r>
              <a:rPr lang="en-US" altLang="ko-KR" dirty="0"/>
              <a:t>props</a:t>
            </a:r>
            <a:endParaRPr lang="ko-KR" altLang="en-US" dirty="0"/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0F2E904A-9D1E-D8E7-A2FB-364C40697B9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6893" y="1637755"/>
            <a:ext cx="8199614" cy="4254378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7980C486-84EE-046F-C5DE-9E265F204471}"/>
              </a:ext>
            </a:extLst>
          </p:cNvPr>
          <p:cNvSpPr txBox="1"/>
          <p:nvPr/>
        </p:nvSpPr>
        <p:spPr>
          <a:xfrm>
            <a:off x="4505103" y="3764944"/>
            <a:ext cx="1039067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6000" dirty="0">
                <a:solidFill>
                  <a:srgbClr val="FF0000"/>
                </a:solidFill>
              </a:rPr>
              <a:t>or</a:t>
            </a:r>
            <a:endParaRPr lang="ko-KR" altLang="en-US" sz="6000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2442806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19CB95-6D28-40F1-9DA3-1BAC5D4B5B4F}" type="datetime6">
              <a:rPr lang="ko-KR" altLang="en-US" smtClean="0"/>
              <a:t>2024년 7월</a:t>
            </a:fld>
            <a:endParaRPr lang="ko-KR" altLang="en-US"/>
          </a:p>
        </p:txBody>
      </p:sp>
      <p:sp>
        <p:nvSpPr>
          <p:cNvPr id="3" name="슬라이드 번호 개체 틀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10</a:t>
            </a:fld>
            <a:endParaRPr lang="ko-KR" altLang="en-US"/>
          </a:p>
        </p:txBody>
      </p:sp>
      <p:sp>
        <p:nvSpPr>
          <p:cNvPr id="4" name="제목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State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25627722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DA4637DE-CA85-54BD-9BB5-8A7EF0E6FC9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React</a:t>
            </a:r>
            <a:r>
              <a:rPr lang="ko-KR" altLang="en-US" dirty="0"/>
              <a:t>에서 앱의 유동적인 데이터를 다루기 위한 개체</a:t>
            </a:r>
            <a:endParaRPr lang="en-US" altLang="ko-KR" dirty="0"/>
          </a:p>
          <a:p>
            <a:r>
              <a:rPr lang="ko-KR" altLang="en-US" dirty="0">
                <a:solidFill>
                  <a:schemeClr val="accent1"/>
                </a:solidFill>
              </a:rPr>
              <a:t>계속해서 변하는 특정 상태</a:t>
            </a:r>
            <a:endParaRPr lang="en-US" altLang="ko-KR" dirty="0">
              <a:solidFill>
                <a:schemeClr val="accent1"/>
              </a:solidFill>
            </a:endParaRPr>
          </a:p>
          <a:p>
            <a:r>
              <a:rPr lang="ko-KR" altLang="en-US" dirty="0"/>
              <a:t>상태에 따라 다른 동작을 함</a:t>
            </a:r>
            <a:endParaRPr lang="en-US" altLang="ko-KR" dirty="0"/>
          </a:p>
          <a:p>
            <a:r>
              <a:rPr lang="ko-KR" altLang="en-US" dirty="0"/>
              <a:t>왜 사용할까</a:t>
            </a:r>
            <a:r>
              <a:rPr lang="en-US" altLang="ko-KR" dirty="0"/>
              <a:t>?</a:t>
            </a:r>
          </a:p>
          <a:p>
            <a:pPr lvl="1"/>
            <a:r>
              <a:rPr lang="en-US" altLang="ko-KR" dirty="0">
                <a:solidFill>
                  <a:schemeClr val="accent1"/>
                </a:solidFill>
              </a:rPr>
              <a:t>State</a:t>
            </a:r>
            <a:r>
              <a:rPr lang="ko-KR" altLang="en-US" dirty="0">
                <a:solidFill>
                  <a:schemeClr val="accent1"/>
                </a:solidFill>
              </a:rPr>
              <a:t>가 </a:t>
            </a:r>
            <a:r>
              <a:rPr lang="ko-KR" altLang="en-US" dirty="0" err="1">
                <a:solidFill>
                  <a:schemeClr val="accent1"/>
                </a:solidFill>
              </a:rPr>
              <a:t>변경될시</a:t>
            </a:r>
            <a:r>
              <a:rPr lang="ko-KR" altLang="en-US" dirty="0">
                <a:solidFill>
                  <a:schemeClr val="accent1"/>
                </a:solidFill>
              </a:rPr>
              <a:t> 자동으로 </a:t>
            </a:r>
            <a:r>
              <a:rPr lang="ko-KR" altLang="en-US" dirty="0" err="1">
                <a:solidFill>
                  <a:schemeClr val="accent1"/>
                </a:solidFill>
              </a:rPr>
              <a:t>재랜더링</a:t>
            </a:r>
            <a:r>
              <a:rPr lang="ko-KR" altLang="en-US" dirty="0"/>
              <a:t> 되기 때문</a:t>
            </a:r>
            <a:endParaRPr lang="en-US" altLang="ko-KR" dirty="0"/>
          </a:p>
          <a:p>
            <a:pPr lvl="1"/>
            <a:r>
              <a:rPr lang="ko-KR" altLang="en-US" dirty="0"/>
              <a:t>이 점이 변수와 다른 점</a:t>
            </a:r>
            <a:endParaRPr lang="en-US" altLang="ko-KR" dirty="0"/>
          </a:p>
          <a:p>
            <a:endParaRPr lang="ko-KR" altLang="en-US" dirty="0"/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9FBA535A-322E-1646-CF09-63873BF8C5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DE9A52-66EB-4C85-B703-18792A161207}" type="datetime6">
              <a:rPr lang="ko-KR" altLang="en-US" smtClean="0"/>
              <a:t>2024년 7월</a:t>
            </a:fld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E7066AF9-BB3C-686E-909F-CE3BE0BF5F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11</a:t>
            </a:fld>
            <a:endParaRPr lang="ko-KR" altLang="en-US"/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E11A36B4-A46B-4E8E-E378-EA3A6D84A2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state</a:t>
            </a:r>
            <a:r>
              <a:rPr lang="ko-KR" altLang="en-US" dirty="0"/>
              <a:t>란</a:t>
            </a:r>
            <a:r>
              <a:rPr lang="en-US" altLang="ko-KR" dirty="0"/>
              <a:t>?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48597431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내용 개체 틀 2">
            <a:extLst>
              <a:ext uri="{FF2B5EF4-FFF2-40B4-BE49-F238E27FC236}">
                <a16:creationId xmlns:a16="http://schemas.microsoft.com/office/drawing/2014/main" id="{8BD993B5-DDCB-CC10-2049-37CD21B2475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54035" y="1388968"/>
            <a:ext cx="8407470" cy="1835232"/>
          </a:xfrm>
        </p:spPr>
        <p:txBody>
          <a:bodyPr>
            <a:normAutofit/>
          </a:bodyPr>
          <a:lstStyle/>
          <a:p>
            <a:r>
              <a:rPr lang="en-US" altLang="ko-KR" sz="2000" b="1" dirty="0">
                <a:solidFill>
                  <a:schemeClr val="bg1">
                    <a:lumMod val="50000"/>
                  </a:schemeClr>
                </a:solidFill>
              </a:rPr>
              <a:t>props</a:t>
            </a:r>
            <a:r>
              <a:rPr lang="en-US" altLang="ko-KR" sz="2000" dirty="0">
                <a:solidFill>
                  <a:schemeClr val="bg1">
                    <a:lumMod val="50000"/>
                  </a:schemeClr>
                </a:solidFill>
              </a:rPr>
              <a:t>: </a:t>
            </a:r>
            <a:r>
              <a:rPr lang="ko-KR" altLang="en-US" sz="2000" dirty="0">
                <a:solidFill>
                  <a:schemeClr val="bg1">
                    <a:lumMod val="50000"/>
                  </a:schemeClr>
                </a:solidFill>
              </a:rPr>
              <a:t>부모 컴포넌트에서 자식 컴포넌트에 데이터 전달 시 사용 </a:t>
            </a:r>
            <a:r>
              <a:rPr lang="en-US" altLang="ko-KR" sz="2000" dirty="0">
                <a:solidFill>
                  <a:schemeClr val="bg1">
                    <a:lumMod val="50000"/>
                  </a:schemeClr>
                </a:solidFill>
              </a:rPr>
              <a:t>(</a:t>
            </a:r>
            <a:r>
              <a:rPr lang="ko-KR" altLang="en-US" sz="2000" dirty="0">
                <a:solidFill>
                  <a:schemeClr val="bg1">
                    <a:lumMod val="50000"/>
                  </a:schemeClr>
                </a:solidFill>
              </a:rPr>
              <a:t>읽기모드</a:t>
            </a:r>
            <a:r>
              <a:rPr lang="en-US" altLang="ko-KR" sz="2000" dirty="0">
                <a:solidFill>
                  <a:schemeClr val="bg1">
                    <a:lumMod val="50000"/>
                  </a:schemeClr>
                </a:solidFill>
              </a:rPr>
              <a:t>)</a:t>
            </a:r>
          </a:p>
          <a:p>
            <a:pPr lvl="1"/>
            <a:r>
              <a:rPr lang="en-US" altLang="ko-KR" sz="1600" dirty="0">
                <a:solidFill>
                  <a:schemeClr val="bg1">
                    <a:lumMod val="50000"/>
                  </a:schemeClr>
                </a:solidFill>
              </a:rPr>
              <a:t>React</a:t>
            </a:r>
            <a:r>
              <a:rPr lang="ko-KR" altLang="en-US" sz="1600" dirty="0">
                <a:solidFill>
                  <a:schemeClr val="bg1">
                    <a:lumMod val="50000"/>
                  </a:schemeClr>
                </a:solidFill>
              </a:rPr>
              <a:t>는 </a:t>
            </a:r>
            <a:r>
              <a:rPr lang="ko-KR" altLang="en-US" sz="1600" b="1" dirty="0">
                <a:solidFill>
                  <a:schemeClr val="bg1">
                    <a:lumMod val="50000"/>
                  </a:schemeClr>
                </a:solidFill>
              </a:rPr>
              <a:t>단방향 데이터 흐름</a:t>
            </a:r>
            <a:r>
              <a:rPr lang="en-US" altLang="ko-KR" sz="1600" dirty="0">
                <a:solidFill>
                  <a:schemeClr val="bg1">
                    <a:lumMod val="50000"/>
                  </a:schemeClr>
                </a:solidFill>
              </a:rPr>
              <a:t>! </a:t>
            </a:r>
            <a:r>
              <a:rPr lang="ko-KR" altLang="en-US" sz="1600" dirty="0">
                <a:solidFill>
                  <a:schemeClr val="bg1">
                    <a:lumMod val="50000"/>
                  </a:schemeClr>
                </a:solidFill>
              </a:rPr>
              <a:t>기억하시죠</a:t>
            </a:r>
            <a:r>
              <a:rPr lang="en-US" altLang="ko-KR" sz="1600" dirty="0">
                <a:solidFill>
                  <a:schemeClr val="bg1">
                    <a:lumMod val="50000"/>
                  </a:schemeClr>
                </a:solidFill>
              </a:rPr>
              <a:t>?</a:t>
            </a:r>
            <a:r>
              <a:rPr lang="ko-KR" altLang="en-US" sz="1600" dirty="0">
                <a:solidFill>
                  <a:schemeClr val="bg1">
                    <a:lumMod val="50000"/>
                  </a:schemeClr>
                </a:solidFill>
              </a:rPr>
              <a:t>😉</a:t>
            </a:r>
            <a:endParaRPr lang="en-US" altLang="ko-KR" sz="1600" dirty="0">
              <a:solidFill>
                <a:schemeClr val="bg1">
                  <a:lumMod val="50000"/>
                </a:schemeClr>
              </a:solidFill>
            </a:endParaRPr>
          </a:p>
          <a:p>
            <a:r>
              <a:rPr lang="en-US" altLang="ko-KR" sz="2000" b="1" dirty="0">
                <a:solidFill>
                  <a:schemeClr val="bg1">
                    <a:lumMod val="50000"/>
                  </a:schemeClr>
                </a:solidFill>
              </a:rPr>
              <a:t>state</a:t>
            </a:r>
            <a:r>
              <a:rPr lang="en-US" altLang="ko-KR" sz="2000" dirty="0">
                <a:solidFill>
                  <a:schemeClr val="bg1">
                    <a:lumMod val="50000"/>
                  </a:schemeClr>
                </a:solidFill>
              </a:rPr>
              <a:t>: </a:t>
            </a:r>
            <a:r>
              <a:rPr lang="ko-KR" altLang="en-US" sz="2000" dirty="0">
                <a:solidFill>
                  <a:schemeClr val="bg1">
                    <a:lumMod val="50000"/>
                  </a:schemeClr>
                </a:solidFill>
              </a:rPr>
              <a:t>특정 컴포넌트가 갖는 상태 </a:t>
            </a:r>
            <a:r>
              <a:rPr lang="en-US" altLang="ko-KR" sz="2000" dirty="0">
                <a:solidFill>
                  <a:schemeClr val="bg1">
                    <a:lumMod val="50000"/>
                  </a:schemeClr>
                </a:solidFill>
              </a:rPr>
              <a:t>(</a:t>
            </a:r>
            <a:r>
              <a:rPr lang="ko-KR" altLang="en-US" sz="2000" dirty="0">
                <a:solidFill>
                  <a:schemeClr val="bg1">
                    <a:lumMod val="50000"/>
                  </a:schemeClr>
                </a:solidFill>
              </a:rPr>
              <a:t>값</a:t>
            </a:r>
            <a:r>
              <a:rPr lang="en-US" altLang="ko-KR" sz="2000" dirty="0">
                <a:solidFill>
                  <a:schemeClr val="bg1">
                    <a:lumMod val="50000"/>
                  </a:schemeClr>
                </a:solidFill>
              </a:rPr>
              <a:t>)</a:t>
            </a:r>
          </a:p>
          <a:p>
            <a:pPr lvl="1"/>
            <a:r>
              <a:rPr lang="ko-KR" altLang="en-US" sz="1600" dirty="0">
                <a:solidFill>
                  <a:schemeClr val="bg1">
                    <a:lumMod val="50000"/>
                  </a:schemeClr>
                </a:solidFill>
              </a:rPr>
              <a:t>컴포넌트 </a:t>
            </a:r>
            <a:r>
              <a:rPr lang="ko-KR" altLang="en-US" sz="1600" b="1" dirty="0">
                <a:solidFill>
                  <a:schemeClr val="bg1">
                    <a:lumMod val="50000"/>
                  </a:schemeClr>
                </a:solidFill>
              </a:rPr>
              <a:t>내부에서</a:t>
            </a:r>
            <a:r>
              <a:rPr lang="ko-KR" altLang="en-US" sz="1600" dirty="0">
                <a:solidFill>
                  <a:schemeClr val="bg1">
                    <a:lumMod val="50000"/>
                  </a:schemeClr>
                </a:solidFill>
              </a:rPr>
              <a:t> 선언되고 </a:t>
            </a:r>
            <a:r>
              <a:rPr lang="ko-KR" altLang="en-US" sz="1600" b="1" dirty="0">
                <a:solidFill>
                  <a:schemeClr val="bg1">
                    <a:lumMod val="50000"/>
                  </a:schemeClr>
                </a:solidFill>
              </a:rPr>
              <a:t>내부에서</a:t>
            </a:r>
            <a:r>
              <a:rPr lang="ko-KR" altLang="en-US" sz="1600" dirty="0">
                <a:solidFill>
                  <a:schemeClr val="bg1">
                    <a:lumMod val="50000"/>
                  </a:schemeClr>
                </a:solidFill>
              </a:rPr>
              <a:t> 값을 변경함</a:t>
            </a:r>
            <a:r>
              <a:rPr lang="en-US" altLang="ko-KR" sz="1600" dirty="0">
                <a:solidFill>
                  <a:schemeClr val="bg1">
                    <a:lumMod val="50000"/>
                  </a:schemeClr>
                </a:solidFill>
              </a:rPr>
              <a:t>!</a:t>
            </a:r>
            <a:endParaRPr lang="ko-KR" altLang="en-US" sz="16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9FBA535A-322E-1646-CF09-63873BF8C5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DE9A52-66EB-4C85-B703-18792A161207}" type="datetime6">
              <a:rPr lang="ko-KR" altLang="en-US" smtClean="0"/>
              <a:t>2024년 7월</a:t>
            </a:fld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E7066AF9-BB3C-686E-909F-CE3BE0BF5F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12</a:t>
            </a:fld>
            <a:endParaRPr lang="ko-KR" altLang="en-US"/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E11A36B4-A46B-4E8E-E378-EA3A6D84A2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state vs. props </a:t>
            </a:r>
            <a:endParaRPr lang="ko-KR" altLang="en-US" dirty="0"/>
          </a:p>
        </p:txBody>
      </p:sp>
      <p:pic>
        <p:nvPicPr>
          <p:cNvPr id="9" name="그림 8">
            <a:extLst>
              <a:ext uri="{FF2B5EF4-FFF2-40B4-BE49-F238E27FC236}">
                <a16:creationId xmlns:a16="http://schemas.microsoft.com/office/drawing/2014/main" id="{7824FF74-62D5-7D7C-0F72-F4CABE47181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73800" y="1388968"/>
            <a:ext cx="5331010" cy="45981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8775514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내용 개체 틀 1">
            <a:extLst>
              <a:ext uri="{FF2B5EF4-FFF2-40B4-BE49-F238E27FC236}">
                <a16:creationId xmlns:a16="http://schemas.microsoft.com/office/drawing/2014/main" id="{890AF309-853D-F463-6948-0B003DEAAE9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/>
              <a:t>기존 형태</a:t>
            </a:r>
          </a:p>
          <a:p>
            <a:endParaRPr lang="ko-KR" altLang="en-US" dirty="0"/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EFA0AD76-69E2-FF0B-EFB0-7A7CF03040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9CE3CE-253F-4F9D-BA15-C226C8D8501E}" type="datetime6">
              <a:rPr lang="ko-KR" altLang="en-US" smtClean="0"/>
              <a:t>2024년 7월</a:t>
            </a:fld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DDBA8C29-898F-547D-5A87-6B8B621434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13</a:t>
            </a:fld>
            <a:endParaRPr lang="ko-KR" altLang="en-US"/>
          </a:p>
        </p:txBody>
      </p:sp>
      <p:sp>
        <p:nvSpPr>
          <p:cNvPr id="5" name="제목 4">
            <a:extLst>
              <a:ext uri="{FF2B5EF4-FFF2-40B4-BE49-F238E27FC236}">
                <a16:creationId xmlns:a16="http://schemas.microsoft.com/office/drawing/2014/main" id="{DFEA5331-9477-5F1B-FE08-D181E3B6EC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클래스형 컴포넌트의 </a:t>
            </a:r>
            <a:r>
              <a:rPr lang="en-US" altLang="ko-KR" dirty="0"/>
              <a:t>state </a:t>
            </a:r>
            <a:endParaRPr lang="ko-KR" altLang="en-US" dirty="0"/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F7C9A2AA-93D7-1535-8878-122667E8B81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35790" y="1825625"/>
            <a:ext cx="5120420" cy="41774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7593229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내용 개체 틀 1">
            <a:extLst>
              <a:ext uri="{FF2B5EF4-FFF2-40B4-BE49-F238E27FC236}">
                <a16:creationId xmlns:a16="http://schemas.microsoft.com/office/drawing/2014/main" id="{890AF309-853D-F463-6948-0B003DEAAE9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/>
              <a:t>현재 버전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EFA0AD76-69E2-FF0B-EFB0-7A7CF03040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9CE3CE-253F-4F9D-BA15-C226C8D8501E}" type="datetime6">
              <a:rPr lang="ko-KR" altLang="en-US" smtClean="0"/>
              <a:t>2024년 7월</a:t>
            </a:fld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DDBA8C29-898F-547D-5A87-6B8B621434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14</a:t>
            </a:fld>
            <a:endParaRPr lang="ko-KR" altLang="en-US"/>
          </a:p>
        </p:txBody>
      </p:sp>
      <p:sp>
        <p:nvSpPr>
          <p:cNvPr id="5" name="제목 4">
            <a:extLst>
              <a:ext uri="{FF2B5EF4-FFF2-40B4-BE49-F238E27FC236}">
                <a16:creationId xmlns:a16="http://schemas.microsoft.com/office/drawing/2014/main" id="{DFEA5331-9477-5F1B-FE08-D181E3B6EC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클래스형 컴포넌트의 </a:t>
            </a:r>
            <a:r>
              <a:rPr lang="en-US" altLang="ko-KR" dirty="0"/>
              <a:t>state </a:t>
            </a:r>
            <a:endParaRPr lang="ko-KR" altLang="en-US" dirty="0"/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2671999D-DE9F-E93D-275B-576A6C08720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52006" y="1825625"/>
            <a:ext cx="6096794" cy="40121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9552973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내용 개체 틀 1">
            <a:extLst>
              <a:ext uri="{FF2B5EF4-FFF2-40B4-BE49-F238E27FC236}">
                <a16:creationId xmlns:a16="http://schemas.microsoft.com/office/drawing/2014/main" id="{CD1D1DE3-301B-E2B2-CBC2-2603D0652DC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/>
              <a:t>함수형</a:t>
            </a:r>
            <a:r>
              <a:rPr lang="en-US" altLang="ko-KR" dirty="0"/>
              <a:t> </a:t>
            </a:r>
            <a:r>
              <a:rPr lang="ko-KR" altLang="en-US" dirty="0"/>
              <a:t>컴포넌트는 </a:t>
            </a:r>
            <a:r>
              <a:rPr lang="en-US" altLang="ko-KR" dirty="0"/>
              <a:t>state </a:t>
            </a:r>
            <a:r>
              <a:rPr lang="ko-KR" altLang="en-US" dirty="0"/>
              <a:t>기능이 원래 없었다</a:t>
            </a:r>
            <a:r>
              <a:rPr lang="en-US" altLang="ko-KR" dirty="0"/>
              <a:t>.</a:t>
            </a:r>
          </a:p>
          <a:p>
            <a:r>
              <a:rPr lang="en-US" altLang="ko-KR" dirty="0"/>
              <a:t>React 16.8 </a:t>
            </a:r>
            <a:r>
              <a:rPr lang="ko-KR" altLang="en-US" dirty="0"/>
              <a:t>버전 이후부터 </a:t>
            </a:r>
            <a:r>
              <a:rPr lang="en-US" altLang="ko-KR" dirty="0" err="1">
                <a:solidFill>
                  <a:schemeClr val="accent1"/>
                </a:solidFill>
              </a:rPr>
              <a:t>useState</a:t>
            </a:r>
            <a:r>
              <a:rPr lang="ko-KR" altLang="en-US" dirty="0"/>
              <a:t>라는 함수가 생겼고</a:t>
            </a:r>
            <a:r>
              <a:rPr lang="en-US" altLang="ko-KR" dirty="0"/>
              <a:t>, </a:t>
            </a:r>
            <a:br>
              <a:rPr lang="en-US" altLang="ko-KR" dirty="0"/>
            </a:br>
            <a:r>
              <a:rPr lang="ko-KR" altLang="en-US" dirty="0"/>
              <a:t>이를 통해 함수형 컴포넌트에서도 상태관리를 할 수 있음</a:t>
            </a:r>
            <a:r>
              <a:rPr lang="en-US" altLang="ko-KR" dirty="0"/>
              <a:t>!</a:t>
            </a:r>
            <a:endParaRPr lang="ko-KR" altLang="en-US" dirty="0"/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CA5BBAFB-E5A2-E86E-DF4D-33C5B1AC7E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9CE3CE-253F-4F9D-BA15-C226C8D8501E}" type="datetime6">
              <a:rPr lang="ko-KR" altLang="en-US" smtClean="0"/>
              <a:t>2024년 7월</a:t>
            </a:fld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FF107663-0D3A-8917-9E1E-605B5C145B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15</a:t>
            </a:fld>
            <a:endParaRPr lang="ko-KR" altLang="en-US"/>
          </a:p>
        </p:txBody>
      </p:sp>
      <p:sp>
        <p:nvSpPr>
          <p:cNvPr id="5" name="제목 4">
            <a:extLst>
              <a:ext uri="{FF2B5EF4-FFF2-40B4-BE49-F238E27FC236}">
                <a16:creationId xmlns:a16="http://schemas.microsoft.com/office/drawing/2014/main" id="{B6FD9C34-199D-DA24-F6FD-C17E6EDC9D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함수형 컴포넌트의 </a:t>
            </a:r>
            <a:r>
              <a:rPr lang="en-US" altLang="ko-KR" dirty="0"/>
              <a:t>state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01439605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8C28C8E0-47C0-251E-49DE-BF6104AD27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9CE3CE-253F-4F9D-BA15-C226C8D8501E}" type="datetime6">
              <a:rPr lang="ko-KR" altLang="en-US" smtClean="0"/>
              <a:t>2024년 7월</a:t>
            </a:fld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B602428F-A58A-A1FE-39FF-A49A5BE5A3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16</a:t>
            </a:fld>
            <a:endParaRPr lang="ko-KR" altLang="en-US"/>
          </a:p>
        </p:txBody>
      </p:sp>
      <p:sp>
        <p:nvSpPr>
          <p:cNvPr id="5" name="제목 4">
            <a:extLst>
              <a:ext uri="{FF2B5EF4-FFF2-40B4-BE49-F238E27FC236}">
                <a16:creationId xmlns:a16="http://schemas.microsoft.com/office/drawing/2014/main" id="{62FB24E7-C040-379F-6853-389B77EB21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함수형 컴포넌트의 </a:t>
            </a:r>
            <a:r>
              <a:rPr lang="en-US" altLang="ko-KR" dirty="0" err="1"/>
              <a:t>useState</a:t>
            </a:r>
            <a:r>
              <a:rPr lang="en-US" altLang="ko-KR" dirty="0"/>
              <a:t>()</a:t>
            </a:r>
            <a:endParaRPr lang="ko-KR" altLang="en-US" dirty="0"/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5671D61E-749D-48A3-3AC5-A9F7BEF2DA9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38779" y="1825625"/>
            <a:ext cx="6447641" cy="41573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9167542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F49497A8-6C87-B27D-EFAE-279A835AA2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9CE3CE-253F-4F9D-BA15-C226C8D8501E}" type="datetime6">
              <a:rPr lang="ko-KR" altLang="en-US" smtClean="0"/>
              <a:t>2024년 7월</a:t>
            </a:fld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EA44033D-EE6D-BF63-37A9-18AC4B5A27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17</a:t>
            </a:fld>
            <a:endParaRPr lang="ko-KR" altLang="en-US"/>
          </a:p>
        </p:txBody>
      </p:sp>
      <p:sp>
        <p:nvSpPr>
          <p:cNvPr id="5" name="제목 4">
            <a:extLst>
              <a:ext uri="{FF2B5EF4-FFF2-40B4-BE49-F238E27FC236}">
                <a16:creationId xmlns:a16="http://schemas.microsoft.com/office/drawing/2014/main" id="{4CEB6A77-E629-F7FF-151F-6503276288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함수형 컴포넌트의 </a:t>
            </a:r>
            <a:r>
              <a:rPr lang="en-US" altLang="ko-KR" dirty="0" err="1"/>
              <a:t>useState</a:t>
            </a:r>
            <a:r>
              <a:rPr lang="en-US" altLang="ko-KR" dirty="0"/>
              <a:t>()</a:t>
            </a:r>
            <a:endParaRPr lang="ko-KR" altLang="en-US" dirty="0"/>
          </a:p>
        </p:txBody>
      </p:sp>
      <p:sp>
        <p:nvSpPr>
          <p:cNvPr id="6" name="내용 개체 틀 2">
            <a:extLst>
              <a:ext uri="{FF2B5EF4-FFF2-40B4-BE49-F238E27FC236}">
                <a16:creationId xmlns:a16="http://schemas.microsoft.com/office/drawing/2014/main" id="{31EF0165-F1CA-E0D3-0865-8CECE42468E1}"/>
              </a:ext>
            </a:extLst>
          </p:cNvPr>
          <p:cNvSpPr txBox="1">
            <a:spLocks/>
          </p:cNvSpPr>
          <p:nvPr/>
        </p:nvSpPr>
        <p:spPr>
          <a:xfrm>
            <a:off x="5562600" y="1565213"/>
            <a:ext cx="5887765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sz="2400" dirty="0" err="1"/>
              <a:t>useState</a:t>
            </a:r>
            <a:r>
              <a:rPr lang="en-US" altLang="ko-KR" sz="2400" dirty="0"/>
              <a:t> </a:t>
            </a:r>
            <a:r>
              <a:rPr lang="ko-KR" altLang="en-US" sz="2400" dirty="0"/>
              <a:t>함수의 인자에는 </a:t>
            </a:r>
            <a:r>
              <a:rPr lang="ko-KR" altLang="en-US" sz="2400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상태의 초기값</a:t>
            </a:r>
            <a:endParaRPr lang="en-US" altLang="ko-KR" sz="2400" dirty="0">
              <a:solidFill>
                <a:schemeClr val="tx1">
                  <a:lumMod val="95000"/>
                  <a:lumOff val="5000"/>
                </a:schemeClr>
              </a:solidFill>
            </a:endParaRPr>
          </a:p>
          <a:p>
            <a:pPr lvl="1"/>
            <a:r>
              <a:rPr lang="en-US" altLang="ko-KR" sz="2000" dirty="0" err="1"/>
              <a:t>useState</a:t>
            </a:r>
            <a:r>
              <a:rPr lang="ko-KR" altLang="en-US" sz="2000" dirty="0"/>
              <a:t>의 초기값은 </a:t>
            </a:r>
            <a:r>
              <a:rPr lang="ko-KR" altLang="en-US" sz="2000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숫자</a:t>
            </a:r>
            <a:r>
              <a:rPr lang="ko-KR" altLang="en-US" sz="20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일 수도</a:t>
            </a:r>
            <a:r>
              <a:rPr lang="en-US" altLang="ko-KR" sz="20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, </a:t>
            </a:r>
            <a:r>
              <a:rPr lang="ko-KR" altLang="en-US" sz="2000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문자</a:t>
            </a:r>
            <a:r>
              <a:rPr lang="ko-KR" altLang="en-US" sz="20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일 수도</a:t>
            </a:r>
            <a:r>
              <a:rPr lang="en-US" altLang="ko-KR" sz="20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, </a:t>
            </a:r>
            <a:r>
              <a:rPr lang="ko-KR" altLang="en-US" sz="2000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배열</a:t>
            </a:r>
            <a:r>
              <a:rPr lang="ko-KR" altLang="en-US" sz="20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일 수도 있다</a:t>
            </a:r>
            <a:r>
              <a:rPr lang="en-US" altLang="ko-KR" sz="20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. </a:t>
            </a:r>
            <a:r>
              <a:rPr lang="ko-KR" altLang="en-US" sz="20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즉</a:t>
            </a:r>
            <a:r>
              <a:rPr lang="en-US" altLang="ko-KR" sz="20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, </a:t>
            </a:r>
            <a:r>
              <a:rPr lang="ko-KR" altLang="en-US" sz="2000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값의 형태가 자유로움</a:t>
            </a:r>
            <a:endParaRPr lang="en-US" altLang="ko-KR" sz="2000" b="1" dirty="0">
              <a:solidFill>
                <a:schemeClr val="tx1">
                  <a:lumMod val="95000"/>
                  <a:lumOff val="5000"/>
                </a:schemeClr>
              </a:solidFill>
            </a:endParaRPr>
          </a:p>
          <a:p>
            <a:r>
              <a:rPr lang="en-US" altLang="ko-KR" sz="2400" dirty="0" err="1"/>
              <a:t>useState</a:t>
            </a:r>
            <a:r>
              <a:rPr lang="en-US" altLang="ko-KR" sz="2400" dirty="0"/>
              <a:t> </a:t>
            </a:r>
            <a:r>
              <a:rPr lang="ko-KR" altLang="en-US" sz="2400" dirty="0"/>
              <a:t>함수는 배열을 반환</a:t>
            </a:r>
            <a:endParaRPr lang="en-US" altLang="ko-KR" sz="2400" dirty="0"/>
          </a:p>
          <a:p>
            <a:pPr lvl="1"/>
            <a:r>
              <a:rPr lang="ko-KR" altLang="en-US" sz="2000" dirty="0"/>
              <a:t>첫번째 원소</a:t>
            </a:r>
            <a:r>
              <a:rPr lang="en-US" altLang="ko-KR" sz="2000" dirty="0"/>
              <a:t>:</a:t>
            </a:r>
            <a:r>
              <a:rPr lang="ko-KR" altLang="en-US" sz="2000" dirty="0"/>
              <a:t> </a:t>
            </a:r>
            <a:r>
              <a:rPr lang="ko-KR" altLang="en-US" sz="2000" b="1" dirty="0"/>
              <a:t>현재 상태</a:t>
            </a:r>
            <a:r>
              <a:rPr lang="en-US" altLang="ko-KR" sz="2000" b="1" dirty="0"/>
              <a:t> </a:t>
            </a:r>
          </a:p>
          <a:p>
            <a:pPr lvl="1"/>
            <a:r>
              <a:rPr lang="ko-KR" altLang="en-US" sz="2000" dirty="0"/>
              <a:t>두번째 원소</a:t>
            </a:r>
            <a:r>
              <a:rPr lang="en-US" altLang="ko-KR" sz="2000" dirty="0"/>
              <a:t>:</a:t>
            </a:r>
            <a:r>
              <a:rPr lang="ko-KR" altLang="en-US" sz="2000" dirty="0"/>
              <a:t> 상태를 바꿔주는 </a:t>
            </a:r>
            <a:r>
              <a:rPr lang="en-US" altLang="ko-KR" sz="2000" dirty="0"/>
              <a:t>setter </a:t>
            </a:r>
            <a:r>
              <a:rPr lang="ko-KR" altLang="en-US" sz="2000" dirty="0"/>
              <a:t>함수</a:t>
            </a:r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AF515A64-810E-FE9B-EF3A-B8E969E3CB3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3159" y="1565213"/>
            <a:ext cx="4888781" cy="3152226"/>
          </a:xfrm>
          <a:prstGeom prst="rect">
            <a:avLst/>
          </a:prstGeom>
        </p:spPr>
      </p:pic>
      <p:pic>
        <p:nvPicPr>
          <p:cNvPr id="8" name="그림 7">
            <a:extLst>
              <a:ext uri="{FF2B5EF4-FFF2-40B4-BE49-F238E27FC236}">
                <a16:creationId xmlns:a16="http://schemas.microsoft.com/office/drawing/2014/main" id="{4FD3F359-2DF8-3F7B-EEE9-7D413F99CF9B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7262" t="18202" r="23983" b="75786"/>
          <a:stretch/>
        </p:blipFill>
        <p:spPr>
          <a:xfrm>
            <a:off x="473159" y="4865502"/>
            <a:ext cx="10823429" cy="610050"/>
          </a:xfrm>
          <a:prstGeom prst="rect">
            <a:avLst/>
          </a:prstGeom>
        </p:spPr>
      </p:pic>
      <p:sp>
        <p:nvSpPr>
          <p:cNvPr id="9" name="직사각형 8">
            <a:extLst>
              <a:ext uri="{FF2B5EF4-FFF2-40B4-BE49-F238E27FC236}">
                <a16:creationId xmlns:a16="http://schemas.microsoft.com/office/drawing/2014/main" id="{39D3577D-B276-C320-57D9-6FA88D445119}"/>
              </a:ext>
            </a:extLst>
          </p:cNvPr>
          <p:cNvSpPr/>
          <p:nvPr/>
        </p:nvSpPr>
        <p:spPr>
          <a:xfrm>
            <a:off x="9499407" y="1583781"/>
            <a:ext cx="1797181" cy="426800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rgbClr val="FF0000"/>
              </a:solidFill>
            </a:endParaRP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96C5A51A-93CB-D951-5E41-105440D78A0C}"/>
              </a:ext>
            </a:extLst>
          </p:cNvPr>
          <p:cNvSpPr/>
          <p:nvPr/>
        </p:nvSpPr>
        <p:spPr>
          <a:xfrm>
            <a:off x="10012874" y="4870952"/>
            <a:ext cx="914660" cy="604600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rgbClr val="FF0000"/>
              </a:solidFill>
            </a:endParaRPr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39EA1856-D422-1B6C-553F-FBEBD18E7D68}"/>
              </a:ext>
            </a:extLst>
          </p:cNvPr>
          <p:cNvSpPr/>
          <p:nvPr/>
        </p:nvSpPr>
        <p:spPr>
          <a:xfrm>
            <a:off x="7871905" y="3605727"/>
            <a:ext cx="1053998" cy="360977"/>
          </a:xfrm>
          <a:prstGeom prst="rect">
            <a:avLst/>
          </a:prstGeom>
          <a:noFill/>
          <a:ln w="38100"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rgbClr val="FF0000"/>
              </a:solidFill>
            </a:endParaRPr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FA20182B-1345-C634-B06D-D0F816783DF7}"/>
              </a:ext>
            </a:extLst>
          </p:cNvPr>
          <p:cNvSpPr/>
          <p:nvPr/>
        </p:nvSpPr>
        <p:spPr>
          <a:xfrm>
            <a:off x="2438474" y="4998535"/>
            <a:ext cx="1795008" cy="471018"/>
          </a:xfrm>
          <a:prstGeom prst="rect">
            <a:avLst/>
          </a:prstGeom>
          <a:noFill/>
          <a:ln w="38100"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rgbClr val="FF0000"/>
              </a:solidFill>
            </a:endParaRPr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FB5F4C98-F56F-6BB4-CA81-D607772402EC}"/>
              </a:ext>
            </a:extLst>
          </p:cNvPr>
          <p:cNvSpPr/>
          <p:nvPr/>
        </p:nvSpPr>
        <p:spPr>
          <a:xfrm>
            <a:off x="7871905" y="4003201"/>
            <a:ext cx="3219229" cy="360978"/>
          </a:xfrm>
          <a:prstGeom prst="rect">
            <a:avLst/>
          </a:prstGeom>
          <a:noFill/>
          <a:ln w="38100"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rgbClr val="FF0000"/>
              </a:solidFill>
            </a:endParaRPr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1A55E8BB-3E9B-591D-8244-A7CA4F554DDF}"/>
              </a:ext>
            </a:extLst>
          </p:cNvPr>
          <p:cNvSpPr/>
          <p:nvPr/>
        </p:nvSpPr>
        <p:spPr>
          <a:xfrm>
            <a:off x="4503113" y="4998535"/>
            <a:ext cx="2528962" cy="471018"/>
          </a:xfrm>
          <a:prstGeom prst="rect">
            <a:avLst/>
          </a:prstGeom>
          <a:noFill/>
          <a:ln w="38100"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rgbClr val="FF0000"/>
              </a:solidFill>
            </a:endParaRPr>
          </a:p>
        </p:txBody>
      </p:sp>
      <p:sp>
        <p:nvSpPr>
          <p:cNvPr id="15" name="내용 개체 틀 2">
            <a:extLst>
              <a:ext uri="{FF2B5EF4-FFF2-40B4-BE49-F238E27FC236}">
                <a16:creationId xmlns:a16="http://schemas.microsoft.com/office/drawing/2014/main" id="{73A400CB-4F96-9ADE-3209-621EAD444D57}"/>
              </a:ext>
            </a:extLst>
          </p:cNvPr>
          <p:cNvSpPr txBox="1">
            <a:spLocks/>
          </p:cNvSpPr>
          <p:nvPr/>
        </p:nvSpPr>
        <p:spPr>
          <a:xfrm>
            <a:off x="8033729" y="5517453"/>
            <a:ext cx="4053871" cy="96226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1" hangingPunct="1">
              <a:lnSpc>
                <a:spcPct val="12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altLang="ko-KR" sz="2000" b="1" dirty="0">
                <a:solidFill>
                  <a:schemeClr val="bg1">
                    <a:lumMod val="50000"/>
                  </a:schemeClr>
                </a:solidFill>
              </a:rPr>
              <a:t>[ </a:t>
            </a:r>
            <a:r>
              <a:rPr lang="ko-KR" altLang="en-US" sz="2000" b="1" dirty="0">
                <a:solidFill>
                  <a:schemeClr val="bg1">
                    <a:lumMod val="50000"/>
                  </a:schemeClr>
                </a:solidFill>
              </a:rPr>
              <a:t>현재상태</a:t>
            </a:r>
            <a:r>
              <a:rPr lang="en-US" altLang="ko-KR" sz="2000" b="1" dirty="0">
                <a:solidFill>
                  <a:schemeClr val="bg1">
                    <a:lumMod val="50000"/>
                  </a:schemeClr>
                </a:solidFill>
              </a:rPr>
              <a:t> , setter</a:t>
            </a:r>
            <a:r>
              <a:rPr lang="ko-KR" altLang="en-US" sz="2000" b="1" dirty="0">
                <a:solidFill>
                  <a:schemeClr val="bg1">
                    <a:lumMod val="50000"/>
                  </a:schemeClr>
                </a:solidFill>
              </a:rPr>
              <a:t>함수</a:t>
            </a:r>
            <a:r>
              <a:rPr lang="en-US" altLang="ko-KR" sz="2000" b="1" dirty="0">
                <a:solidFill>
                  <a:schemeClr val="bg1">
                    <a:lumMod val="50000"/>
                  </a:schemeClr>
                </a:solidFill>
              </a:rPr>
              <a:t> ]</a:t>
            </a:r>
            <a:r>
              <a:rPr lang="en-US" altLang="ko-KR" sz="2000" dirty="0">
                <a:solidFill>
                  <a:schemeClr val="bg1">
                    <a:lumMod val="50000"/>
                  </a:schemeClr>
                </a:solidFill>
              </a:rPr>
              <a:t/>
            </a:r>
            <a:br>
              <a:rPr lang="en-US" altLang="ko-KR" sz="2000" dirty="0">
                <a:solidFill>
                  <a:schemeClr val="bg1">
                    <a:lumMod val="50000"/>
                  </a:schemeClr>
                </a:solidFill>
              </a:rPr>
            </a:br>
            <a:r>
              <a:rPr lang="en-US" altLang="ko-KR" sz="2000" dirty="0">
                <a:solidFill>
                  <a:schemeClr val="bg1">
                    <a:lumMod val="50000"/>
                  </a:schemeClr>
                </a:solidFill>
              </a:rPr>
              <a:t>: </a:t>
            </a:r>
            <a:r>
              <a:rPr lang="en-US" altLang="ko-KR" sz="2000" dirty="0" err="1">
                <a:solidFill>
                  <a:schemeClr val="bg1">
                    <a:lumMod val="50000"/>
                  </a:schemeClr>
                </a:solidFill>
              </a:rPr>
              <a:t>useState</a:t>
            </a:r>
            <a:r>
              <a:rPr lang="ko-KR" altLang="en-US" sz="2000" dirty="0">
                <a:solidFill>
                  <a:schemeClr val="bg1">
                    <a:lumMod val="50000"/>
                  </a:schemeClr>
                </a:solidFill>
              </a:rPr>
              <a:t>는 배열 반환</a:t>
            </a:r>
          </a:p>
        </p:txBody>
      </p:sp>
    </p:spTree>
    <p:extLst>
      <p:ext uri="{BB962C8B-B14F-4D97-AF65-F5344CB8AC3E}">
        <p14:creationId xmlns:p14="http://schemas.microsoft.com/office/powerpoint/2010/main" val="158239039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D783DDD5-44A3-4F44-43C3-65379088DB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16E909-BEFD-4A9C-BB36-F9A91296299E}" type="datetime6">
              <a:rPr lang="ko-KR" altLang="en-US" smtClean="0"/>
              <a:t>2024년 7월</a:t>
            </a:fld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5E389860-8342-055A-2E20-853E187E15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18</a:t>
            </a:fld>
            <a:endParaRPr lang="ko-KR" altLang="en-US"/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8250AAEC-7E0B-A789-02BD-F4B3E84A93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함수형 컴포넌트의 </a:t>
            </a:r>
            <a:r>
              <a:rPr lang="en-US" altLang="ko-KR" dirty="0" err="1"/>
              <a:t>useState</a:t>
            </a:r>
            <a:r>
              <a:rPr lang="en-US" altLang="ko-KR" dirty="0"/>
              <a:t>()</a:t>
            </a:r>
            <a:endParaRPr lang="ko-KR" altLang="en-US" dirty="0"/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101AE242-E909-79D8-B5AC-A85E9480E5D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11877" y="1565213"/>
            <a:ext cx="6368245" cy="43923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52653191"/>
      </p:ext>
    </p:extLst>
  </p:cSld>
  <p:clrMapOvr>
    <a:masterClrMapping/>
  </p:clrMapOvr>
</p:sld>
</file>

<file path=ppt/theme/theme1.xml><?xml version="1.0" encoding="utf-8"?>
<a:theme xmlns:a="http://schemas.openxmlformats.org/drawingml/2006/main" name="3_Office 테마">
  <a:themeElements>
    <a:clrScheme name="코딩온_새싹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6EC173"/>
      </a:accent1>
      <a:accent2>
        <a:srgbClr val="B4D56D"/>
      </a:accent2>
      <a:accent3>
        <a:srgbClr val="F99F2C"/>
      </a:accent3>
      <a:accent4>
        <a:srgbClr val="FFDB83"/>
      </a:accent4>
      <a:accent5>
        <a:srgbClr val="2894FF"/>
      </a:accent5>
      <a:accent6>
        <a:srgbClr val="A5A5A5"/>
      </a:accent6>
      <a:hlink>
        <a:srgbClr val="2894FF"/>
      </a:hlink>
      <a:folHlink>
        <a:srgbClr val="954F72"/>
      </a:folHlink>
    </a:clrScheme>
    <a:fontScheme name="Pretendard GOV">
      <a:majorFont>
        <a:latin typeface="Pretendard GOV"/>
        <a:ea typeface="Pretendard GOV"/>
        <a:cs typeface=""/>
      </a:majorFont>
      <a:minorFont>
        <a:latin typeface="Pretendard GOV"/>
        <a:ea typeface="Pretendard GOV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795</TotalTime>
  <Words>443</Words>
  <Application>Microsoft Office PowerPoint</Application>
  <PresentationFormat>와이드스크린</PresentationFormat>
  <Paragraphs>107</Paragraphs>
  <Slides>18</Slides>
  <Notes>9</Notes>
  <HiddenSlides>0</HiddenSlides>
  <MMClips>0</MMClips>
  <ScaleCrop>false</ScaleCrop>
  <HeadingPairs>
    <vt:vector size="6" baseType="variant">
      <vt:variant>
        <vt:lpstr>사용한 글꼴</vt:lpstr>
      </vt:variant>
      <vt:variant>
        <vt:i4>3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18</vt:i4>
      </vt:variant>
    </vt:vector>
  </HeadingPairs>
  <TitlesOfParts>
    <vt:vector size="22" baseType="lpstr">
      <vt:lpstr>Pretendard GOV</vt:lpstr>
      <vt:lpstr>맑은 고딕</vt:lpstr>
      <vt:lpstr>Arial</vt:lpstr>
      <vt:lpstr>3_Office 테마</vt:lpstr>
      <vt:lpstr>웹 개발자 부트캠프 과정</vt:lpstr>
      <vt:lpstr>Props</vt:lpstr>
      <vt:lpstr>props란?</vt:lpstr>
      <vt:lpstr>함수형 컴포넌트 props</vt:lpstr>
      <vt:lpstr>defaultProps</vt:lpstr>
      <vt:lpstr>props.children</vt:lpstr>
      <vt:lpstr>propTypes</vt:lpstr>
      <vt:lpstr>클래스형 컴포넌트 props</vt:lpstr>
      <vt:lpstr>클래스형 컴포넌트 props</vt:lpstr>
      <vt:lpstr>State</vt:lpstr>
      <vt:lpstr>state란?</vt:lpstr>
      <vt:lpstr>state vs. props </vt:lpstr>
      <vt:lpstr>클래스형 컴포넌트의 state </vt:lpstr>
      <vt:lpstr>클래스형 컴포넌트의 state </vt:lpstr>
      <vt:lpstr>함수형 컴포넌트의 state</vt:lpstr>
      <vt:lpstr>함수형 컴포넌트의 useState()</vt:lpstr>
      <vt:lpstr>함수형 컴포넌트의 useState()</vt:lpstr>
      <vt:lpstr>함수형 컴포넌트의 useState()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김규리</dc:creator>
  <cp:lastModifiedBy>jae hyeon</cp:lastModifiedBy>
  <cp:revision>108</cp:revision>
  <dcterms:created xsi:type="dcterms:W3CDTF">2022-06-26T11:10:22Z</dcterms:created>
  <dcterms:modified xsi:type="dcterms:W3CDTF">2024-07-28T18:16:15Z</dcterms:modified>
</cp:coreProperties>
</file>