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3"/>
  </p:notesMasterIdLst>
  <p:sldIdLst>
    <p:sldId id="256" r:id="rId2"/>
    <p:sldId id="269" r:id="rId3"/>
    <p:sldId id="589" r:id="rId4"/>
    <p:sldId id="590" r:id="rId5"/>
    <p:sldId id="592" r:id="rId6"/>
    <p:sldId id="593" r:id="rId7"/>
    <p:sldId id="594" r:id="rId8"/>
    <p:sldId id="595" r:id="rId9"/>
    <p:sldId id="596" r:id="rId10"/>
    <p:sldId id="492" r:id="rId11"/>
    <p:sldId id="611" r:id="rId12"/>
    <p:sldId id="261" r:id="rId13"/>
    <p:sldId id="597" r:id="rId14"/>
    <p:sldId id="610" r:id="rId15"/>
    <p:sldId id="598" r:id="rId16"/>
    <p:sldId id="599" r:id="rId17"/>
    <p:sldId id="600" r:id="rId18"/>
    <p:sldId id="601" r:id="rId19"/>
    <p:sldId id="602" r:id="rId20"/>
    <p:sldId id="609" r:id="rId21"/>
    <p:sldId id="612" r:id="rId2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C173"/>
    <a:srgbClr val="F99F2C"/>
    <a:srgbClr val="FFFFFF"/>
    <a:srgbClr val="B4D56D"/>
    <a:srgbClr val="B1DDB4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55" autoAdjust="0"/>
    <p:restoredTop sz="73684" autoAdjust="0"/>
  </p:normalViewPr>
  <p:slideViewPr>
    <p:cSldViewPr snapToGrid="0">
      <p:cViewPr varScale="1">
        <p:scale>
          <a:sx n="89" d="100"/>
          <a:sy n="89" d="100"/>
        </p:scale>
        <p:origin x="270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9" d="100"/>
          <a:sy n="59" d="100"/>
        </p:scale>
        <p:origin x="252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2024-08-04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8423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75774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부모 </a:t>
            </a:r>
            <a:r>
              <a:rPr lang="en-US" altLang="ko-KR" dirty="0"/>
              <a:t>-&gt; </a:t>
            </a:r>
            <a:r>
              <a:rPr lang="ko-KR" altLang="en-US" dirty="0"/>
              <a:t>자식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부모에서 </a:t>
            </a:r>
            <a:r>
              <a:rPr lang="en-US" altLang="ko-KR" dirty="0"/>
              <a:t>state (</a:t>
            </a:r>
            <a:r>
              <a:rPr lang="ko-KR" altLang="en-US" dirty="0"/>
              <a:t>변수</a:t>
            </a:r>
            <a:r>
              <a:rPr lang="en-US" altLang="ko-KR" dirty="0"/>
              <a:t>) </a:t>
            </a:r>
            <a:r>
              <a:rPr lang="ko-KR" altLang="en-US" dirty="0"/>
              <a:t>자식으로 보내줘서 사용 가능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이러면 자식이 부모가 가지고 있던 </a:t>
            </a:r>
            <a:r>
              <a:rPr lang="en-US" altLang="ko-KR" dirty="0"/>
              <a:t>State</a:t>
            </a:r>
            <a:r>
              <a:rPr lang="ko-KR" altLang="en-US" dirty="0"/>
              <a:t>를 사용 가능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// props </a:t>
            </a:r>
            <a:r>
              <a:rPr lang="ko-KR" altLang="en-US" dirty="0"/>
              <a:t>사용 방법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부모가 자식한테 </a:t>
            </a:r>
            <a:r>
              <a:rPr lang="ko-KR" altLang="en-US" dirty="0" err="1"/>
              <a:t>줄거임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1. </a:t>
            </a:r>
            <a:r>
              <a:rPr lang="ko-KR" altLang="en-US" dirty="0"/>
              <a:t>부모 쪽에 </a:t>
            </a:r>
            <a:r>
              <a:rPr lang="en-US" altLang="ko-KR" dirty="0"/>
              <a:t>&lt;</a:t>
            </a:r>
            <a:r>
              <a:rPr lang="en-US" altLang="ko-KR" dirty="0" err="1"/>
              <a:t>Fution</a:t>
            </a:r>
            <a:r>
              <a:rPr lang="en-US" altLang="ko-KR" dirty="0"/>
              <a:t> </a:t>
            </a:r>
            <a:r>
              <a:rPr lang="ko-KR" altLang="en-US" dirty="0"/>
              <a:t>작명</a:t>
            </a:r>
            <a:r>
              <a:rPr lang="en-US" altLang="ko-KR" dirty="0"/>
              <a:t>={</a:t>
            </a:r>
            <a:r>
              <a:rPr lang="ko-KR" altLang="en-US" dirty="0" err="1"/>
              <a:t>줄내용</a:t>
            </a:r>
            <a:r>
              <a:rPr lang="en-US" altLang="ko-KR" dirty="0"/>
              <a:t>}/&gt;</a:t>
            </a:r>
          </a:p>
          <a:p>
            <a:endParaRPr lang="en-US" altLang="ko-KR" dirty="0"/>
          </a:p>
          <a:p>
            <a:r>
              <a:rPr lang="en-US" altLang="ko-KR" dirty="0"/>
              <a:t>2. </a:t>
            </a:r>
            <a:r>
              <a:rPr lang="ko-KR" altLang="en-US" dirty="0"/>
              <a:t>자식 쪽에 </a:t>
            </a:r>
            <a:r>
              <a:rPr lang="en-US" altLang="ko-KR" dirty="0" err="1"/>
              <a:t>Fution</a:t>
            </a:r>
            <a:r>
              <a:rPr lang="en-US" altLang="ko-KR" dirty="0"/>
              <a:t>(props){</a:t>
            </a:r>
          </a:p>
          <a:p>
            <a:r>
              <a:rPr lang="en-US" altLang="ko-KR" dirty="0"/>
              <a:t>  &lt;h1&gt;props.</a:t>
            </a:r>
            <a:r>
              <a:rPr lang="ko-KR" altLang="en-US" dirty="0"/>
              <a:t>작명</a:t>
            </a:r>
            <a:r>
              <a:rPr lang="en-US" altLang="ko-KR" dirty="0"/>
              <a:t>&lt;/h1&gt;</a:t>
            </a:r>
          </a:p>
          <a:p>
            <a:r>
              <a:rPr lang="en-US" altLang="ko-KR" dirty="0"/>
              <a:t>}</a:t>
            </a:r>
          </a:p>
          <a:p>
            <a:endParaRPr lang="en-US" altLang="ko-KR" dirty="0"/>
          </a:p>
          <a:p>
            <a:r>
              <a:rPr lang="en-US" altLang="ko-KR" dirty="0"/>
              <a:t>**</a:t>
            </a:r>
            <a:r>
              <a:rPr lang="ko-KR" altLang="en-US" dirty="0"/>
              <a:t>보통 귀찮아서 작명을 내용과 같게 작성한다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패륜전송 금지</a:t>
            </a:r>
            <a:r>
              <a:rPr lang="en-US" altLang="ko-KR" dirty="0"/>
              <a:t>.</a:t>
            </a:r>
          </a:p>
          <a:p>
            <a:pPr marL="228600" indent="-228600">
              <a:buAutoNum type="arabicPeriod"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79564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76798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51698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props</a:t>
            </a:r>
            <a:r>
              <a:rPr lang="ko-KR" altLang="en-US" dirty="0"/>
              <a:t>에 대한 유형 검사</a:t>
            </a:r>
            <a:r>
              <a:rPr lang="en-US" altLang="ko-KR" dirty="0"/>
              <a:t>(type-checking)</a:t>
            </a:r>
            <a:r>
              <a:rPr lang="ko-KR" altLang="en-US" dirty="0"/>
              <a:t>를 수행하는 데 사용되는 도구</a:t>
            </a:r>
            <a:endParaRPr lang="en-US" altLang="ko-KR" dirty="0"/>
          </a:p>
          <a:p>
            <a:r>
              <a:rPr lang="ko-KR" altLang="en-US" dirty="0"/>
              <a:t>느슨한 언어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91769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01838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18715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31804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ex. </a:t>
            </a:r>
            <a:r>
              <a:rPr lang="ko-KR" altLang="en-US" dirty="0" err="1"/>
              <a:t>다크</a:t>
            </a:r>
            <a:r>
              <a:rPr lang="en-US" altLang="ko-KR" dirty="0"/>
              <a:t>/</a:t>
            </a:r>
            <a:r>
              <a:rPr lang="ko-KR" altLang="en-US" dirty="0"/>
              <a:t>라이트 모드</a:t>
            </a:r>
            <a:endParaRPr lang="en-US" altLang="ko-KR" dirty="0"/>
          </a:p>
          <a:p>
            <a:pPr marL="171450" indent="-171450">
              <a:buFontTx/>
              <a:buChar char="-"/>
            </a:pPr>
            <a:endParaRPr lang="en-US" altLang="ko-KR" baseline="0" dirty="0" smtClean="0"/>
          </a:p>
          <a:p>
            <a:pPr marL="171450" indent="-171450">
              <a:buFontTx/>
              <a:buChar char="-"/>
            </a:pPr>
            <a:endParaRPr lang="en-US" altLang="ko-KR" dirty="0" smtClean="0"/>
          </a:p>
          <a:p>
            <a:pPr marL="0" indent="0">
              <a:buFontTx/>
              <a:buNone/>
            </a:pPr>
            <a:r>
              <a:rPr lang="en-US" altLang="ko-KR" dirty="0" smtClean="0"/>
              <a:t>-Why?</a:t>
            </a:r>
            <a:r>
              <a:rPr lang="en-US" altLang="ko-KR" baseline="0" dirty="0" smtClean="0"/>
              <a:t> State</a:t>
            </a:r>
            <a:r>
              <a:rPr lang="ko-KR" altLang="en-US" baseline="0" dirty="0" smtClean="0"/>
              <a:t>를 사용해야 하는 이유</a:t>
            </a:r>
            <a:r>
              <a:rPr lang="en-US" altLang="ko-KR" baseline="0" dirty="0" smtClean="0"/>
              <a:t>?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en-US" altLang="ko-KR" dirty="0" smtClean="0"/>
              <a:t>State</a:t>
            </a:r>
            <a:r>
              <a:rPr lang="ko-KR" altLang="en-US" dirty="0" smtClean="0"/>
              <a:t>는 컴포넌트가 유지하는 데이터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변경될 때마다 컴포넌트가 다시 </a:t>
            </a:r>
            <a:r>
              <a:rPr lang="ko-KR" altLang="en-US" dirty="0" err="1" smtClean="0"/>
              <a:t>재랜더링되어</a:t>
            </a:r>
            <a:r>
              <a:rPr lang="ko-KR" altLang="en-US" dirty="0" smtClean="0"/>
              <a:t> 사용자에게 최신 상태를 보여줌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 smtClean="0"/>
              <a:t>이 </a:t>
            </a:r>
            <a:r>
              <a:rPr lang="ko-KR" altLang="en-US" dirty="0"/>
              <a:t>점이 </a:t>
            </a:r>
            <a:r>
              <a:rPr lang="ko-KR" altLang="en-US" dirty="0" err="1"/>
              <a:t>변수랑</a:t>
            </a:r>
            <a:r>
              <a:rPr lang="ko-KR" altLang="en-US" dirty="0"/>
              <a:t> 다른 것이다</a:t>
            </a:r>
            <a:r>
              <a:rPr lang="en-US" altLang="ko-KR" dirty="0" smtClean="0"/>
              <a:t>.</a:t>
            </a:r>
          </a:p>
          <a:p>
            <a:pPr marL="171450" indent="-171450">
              <a:buFontTx/>
              <a:buChar char="-"/>
            </a:pPr>
            <a:r>
              <a:rPr lang="en-US" altLang="ko-KR" dirty="0" smtClean="0"/>
              <a:t>Virtual DOM –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변한 부분만 바꿔서 적용</a:t>
            </a:r>
            <a:r>
              <a:rPr lang="en-US" altLang="ko-KR" baseline="0" dirty="0" smtClean="0"/>
              <a:t>.</a:t>
            </a:r>
          </a:p>
          <a:p>
            <a:pPr marL="171450" indent="-171450">
              <a:buFontTx/>
              <a:buChar char="-"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* When? </a:t>
            </a:r>
            <a:r>
              <a:rPr lang="ko-KR" altLang="en-US" baseline="0" dirty="0" smtClean="0"/>
              <a:t>언제 사용해야 할까</a:t>
            </a:r>
            <a:r>
              <a:rPr lang="en-US" altLang="ko-KR" baseline="0" dirty="0" smtClean="0"/>
              <a:t>?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변경시</a:t>
            </a:r>
            <a:r>
              <a:rPr lang="ko-KR" altLang="en-US" baseline="0" dirty="0" smtClean="0"/>
              <a:t> 자동으로 </a:t>
            </a:r>
            <a:r>
              <a:rPr lang="en-US" altLang="ko-KR" baseline="0" dirty="0" smtClean="0"/>
              <a:t>HTML</a:t>
            </a:r>
            <a:r>
              <a:rPr lang="ko-KR" altLang="en-US" baseline="0" dirty="0" smtClean="0"/>
              <a:t>에 반영되게 만들고 싶은 기능에 </a:t>
            </a:r>
            <a:r>
              <a:rPr lang="en-US" altLang="ko-KR" baseline="0" dirty="0" smtClean="0"/>
              <a:t>state </a:t>
            </a:r>
            <a:r>
              <a:rPr lang="ko-KR" altLang="en-US" baseline="0" dirty="0" smtClean="0"/>
              <a:t>사용</a:t>
            </a:r>
            <a:r>
              <a:rPr lang="en-US" altLang="ko-KR" baseline="0" dirty="0" smtClean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자주 변경될 것 같은 </a:t>
            </a:r>
            <a:r>
              <a:rPr lang="en-US" altLang="ko-KR" baseline="0" dirty="0" smtClean="0"/>
              <a:t>html </a:t>
            </a:r>
            <a:r>
              <a:rPr lang="ko-KR" altLang="en-US" baseline="0" dirty="0" smtClean="0"/>
              <a:t>요소나 내용</a:t>
            </a:r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52425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altLang="ko-KR" dirty="0" smtClean="0"/>
              <a:t>props</a:t>
            </a:r>
            <a:r>
              <a:rPr lang="ko-KR" altLang="en-US" dirty="0" smtClean="0"/>
              <a:t>는 자식입장에서는 수정이 불가능</a:t>
            </a:r>
            <a:r>
              <a:rPr lang="en-US" altLang="ko-KR" dirty="0" smtClean="0"/>
              <a:t>! </a:t>
            </a:r>
            <a:r>
              <a:rPr lang="ko-KR" altLang="en-US" dirty="0" smtClean="0"/>
              <a:t>읽기만 가능</a:t>
            </a:r>
            <a:r>
              <a:rPr lang="en-US" altLang="ko-KR" dirty="0" smtClean="0"/>
              <a:t>!</a:t>
            </a:r>
          </a:p>
          <a:p>
            <a:pPr marL="171450" indent="-171450">
              <a:buFontTx/>
              <a:buChar char="-"/>
            </a:pPr>
            <a:r>
              <a:rPr lang="ko-KR" altLang="en-US" dirty="0" smtClean="0"/>
              <a:t>변경하려면 최초 유포자 측에서 수정해야함</a:t>
            </a:r>
            <a:r>
              <a:rPr lang="en-US" altLang="ko-KR" dirty="0" smtClean="0"/>
              <a:t>!</a:t>
            </a:r>
          </a:p>
          <a:p>
            <a:pPr marL="171450" indent="-171450">
              <a:buFontTx/>
              <a:buChar char="-"/>
            </a:pPr>
            <a:endParaRPr lang="en-US" altLang="ko-KR" dirty="0" smtClean="0"/>
          </a:p>
          <a:p>
            <a:pPr marL="0" indent="0">
              <a:buFontTx/>
              <a:buNone/>
            </a:pPr>
            <a:r>
              <a:rPr lang="en-US" altLang="ko-KR" dirty="0" smtClean="0"/>
              <a:t>*</a:t>
            </a:r>
            <a:r>
              <a:rPr lang="en-US" altLang="ko-KR" baseline="0" dirty="0" smtClean="0"/>
              <a:t> state</a:t>
            </a:r>
            <a:endParaRPr lang="en-US" altLang="ko-KR" dirty="0" smtClean="0"/>
          </a:p>
          <a:p>
            <a:pPr marL="171450" indent="-171450">
              <a:buFontTx/>
              <a:buChar char="-"/>
            </a:pPr>
            <a:r>
              <a:rPr lang="ko-KR" altLang="en-US" dirty="0" smtClean="0"/>
              <a:t>변수같은 존재</a:t>
            </a:r>
            <a:endParaRPr lang="en-US" altLang="ko-KR" dirty="0" smtClean="0"/>
          </a:p>
          <a:p>
            <a:pPr marL="171450" indent="-171450">
              <a:buFontTx/>
              <a:buChar char="-"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92348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16.3 </a:t>
            </a:r>
            <a:r>
              <a:rPr lang="ko-KR" altLang="en-US" dirty="0"/>
              <a:t>버전 이전 형태</a:t>
            </a:r>
            <a:endParaRPr lang="en-US" altLang="ko-KR" dirty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constructor()</a:t>
            </a:r>
            <a:r>
              <a:rPr lang="en-US" altLang="ko-KR" baseline="0" dirty="0"/>
              <a:t> : </a:t>
            </a:r>
            <a:r>
              <a:rPr lang="ko-KR" altLang="en-US" baseline="0" dirty="0" err="1"/>
              <a:t>생성자</a:t>
            </a:r>
            <a:r>
              <a:rPr lang="en-US" altLang="ko-KR" baseline="0" dirty="0"/>
              <a:t>, state </a:t>
            </a:r>
            <a:r>
              <a:rPr lang="ko-KR" altLang="en-US" baseline="0" dirty="0"/>
              <a:t>값을 초기화 하거나 메서드를 바인딩 할 때 사용</a:t>
            </a:r>
            <a:endParaRPr lang="en-US" altLang="ko-KR" baseline="0" dirty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aseline="0" dirty="0"/>
              <a:t>해당 컴포넌트가 마운트 되기 전 호출된다 </a:t>
            </a:r>
            <a:r>
              <a:rPr lang="en-US" altLang="ko-KR" baseline="0" dirty="0"/>
              <a:t>(</a:t>
            </a:r>
            <a:r>
              <a:rPr lang="ko-KR" altLang="en-US" baseline="0" dirty="0"/>
              <a:t>마운트 </a:t>
            </a:r>
            <a:r>
              <a:rPr lang="en-US" altLang="ko-KR" baseline="0" dirty="0"/>
              <a:t>: DOM </a:t>
            </a:r>
            <a:r>
              <a:rPr lang="ko-KR" altLang="en-US" baseline="0" dirty="0"/>
              <a:t>객체가 생성되고 브라우저에 나타나는 것을 의미</a:t>
            </a:r>
            <a:r>
              <a:rPr lang="en-US" altLang="ko-KR" baseline="0" dirty="0"/>
              <a:t>)</a:t>
            </a: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/>
              <a:t>(Mount, Update, </a:t>
            </a:r>
            <a:r>
              <a:rPr lang="en-US" altLang="ko-KR" baseline="0" dirty="0" err="1"/>
              <a:t>UnMount</a:t>
            </a:r>
            <a:r>
              <a:rPr lang="en-US" altLang="ko-KR" baseline="0" dirty="0"/>
              <a:t>) -&gt; </a:t>
            </a:r>
            <a:r>
              <a:rPr lang="ko-KR" altLang="en-US" baseline="0" dirty="0"/>
              <a:t>추후 라이프 사이클 파트에서 다룰 예정</a:t>
            </a:r>
            <a:endParaRPr lang="en-US" altLang="ko-KR" baseline="0" dirty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/>
              <a:t>----</a:t>
            </a: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super() : </a:t>
            </a:r>
            <a:r>
              <a:rPr lang="ko-KR" altLang="en-US" dirty="0"/>
              <a:t>부모 클래스 </a:t>
            </a:r>
            <a:r>
              <a:rPr lang="ko-KR" altLang="en-US" dirty="0" err="1"/>
              <a:t>생성자</a:t>
            </a:r>
            <a:r>
              <a:rPr lang="ko-KR" altLang="en-US" dirty="0"/>
              <a:t> 가리킴</a:t>
            </a:r>
            <a:r>
              <a:rPr lang="en-US" altLang="ko-KR" dirty="0"/>
              <a:t>, super(props)</a:t>
            </a:r>
            <a:r>
              <a:rPr lang="ko-KR" altLang="en-US" dirty="0"/>
              <a:t>를 </a:t>
            </a:r>
            <a:r>
              <a:rPr lang="ko-KR" altLang="en-US" dirty="0" err="1"/>
              <a:t>선언전까지</a:t>
            </a:r>
            <a:r>
              <a:rPr lang="ko-KR" altLang="en-US" dirty="0"/>
              <a:t> </a:t>
            </a:r>
            <a:r>
              <a:rPr lang="en-US" altLang="ko-KR" dirty="0"/>
              <a:t>constructor</a:t>
            </a:r>
            <a:r>
              <a:rPr lang="ko-KR" altLang="en-US" dirty="0"/>
              <a:t>에서 </a:t>
            </a:r>
            <a:r>
              <a:rPr lang="en-US" altLang="ko-KR" dirty="0"/>
              <a:t>this</a:t>
            </a:r>
            <a:r>
              <a:rPr lang="en-US" altLang="ko-KR" baseline="0" dirty="0"/>
              <a:t> </a:t>
            </a:r>
            <a:r>
              <a:rPr lang="ko-KR" altLang="en-US" baseline="0" dirty="0"/>
              <a:t>키워드를 사용할 수 없다</a:t>
            </a:r>
            <a:r>
              <a:rPr lang="en-US" altLang="ko-KR" baseline="0" dirty="0"/>
              <a:t>(</a:t>
            </a:r>
            <a:r>
              <a:rPr lang="en-US" altLang="ko-KR" baseline="0" dirty="0" err="1"/>
              <a:t>js</a:t>
            </a:r>
            <a:r>
              <a:rPr lang="ko-KR" altLang="en-US" baseline="0" dirty="0"/>
              <a:t>에서</a:t>
            </a:r>
            <a:r>
              <a:rPr lang="en-US" altLang="ko-KR" baseline="0" dirty="0"/>
              <a:t>)</a:t>
            </a: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 smtClean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 smtClean="0"/>
              <a:t>**</a:t>
            </a:r>
            <a:r>
              <a:rPr lang="en-US" altLang="ko-KR" baseline="0" dirty="0" smtClean="0"/>
              <a:t> React 16.3 </a:t>
            </a:r>
            <a:r>
              <a:rPr lang="ko-KR" altLang="en-US" baseline="0" dirty="0" smtClean="0"/>
              <a:t>이전</a:t>
            </a:r>
            <a:endParaRPr lang="en-US" altLang="ko-KR" baseline="0" dirty="0" smtClean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aseline="0" dirty="0" smtClean="0"/>
              <a:t>상태를 초기화하기 위해 주로</a:t>
            </a:r>
            <a:r>
              <a:rPr lang="en-US" altLang="ko-KR" baseline="0" dirty="0" smtClean="0"/>
              <a:t>‘constructor’ </a:t>
            </a:r>
            <a:r>
              <a:rPr lang="ko-KR" altLang="en-US" baseline="0" dirty="0" smtClean="0"/>
              <a:t>사용</a:t>
            </a:r>
            <a:r>
              <a:rPr lang="en-US" altLang="ko-KR" baseline="0" dirty="0" smtClean="0"/>
              <a:t>.</a:t>
            </a: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aseline="0" dirty="0" smtClean="0"/>
              <a:t>상태 초기화는 </a:t>
            </a:r>
            <a:r>
              <a:rPr lang="en-US" altLang="ko-KR" baseline="0" dirty="0" smtClean="0"/>
              <a:t>‘</a:t>
            </a:r>
            <a:r>
              <a:rPr lang="en-US" altLang="ko-KR" baseline="0" dirty="0" err="1" smtClean="0"/>
              <a:t>this.state</a:t>
            </a:r>
            <a:r>
              <a:rPr lang="en-US" altLang="ko-KR" baseline="0" dirty="0" smtClean="0"/>
              <a:t>’</a:t>
            </a:r>
            <a:r>
              <a:rPr lang="ko-KR" altLang="en-US" baseline="0" dirty="0" smtClean="0"/>
              <a:t>에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직접 할당함</a:t>
            </a:r>
            <a:r>
              <a:rPr lang="en-US" altLang="ko-KR" baseline="0" dirty="0" smtClean="0"/>
              <a:t>.</a:t>
            </a: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4399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생명주기 메서드가 도입</a:t>
            </a:r>
            <a:r>
              <a:rPr lang="en-US" altLang="ko-KR" dirty="0" smtClean="0"/>
              <a:t>!</a:t>
            </a:r>
          </a:p>
          <a:p>
            <a:r>
              <a:rPr lang="en-US" altLang="ko-KR" dirty="0" smtClean="0"/>
              <a:t>'state'</a:t>
            </a:r>
            <a:r>
              <a:rPr lang="ko-KR" altLang="en-US" dirty="0" smtClean="0"/>
              <a:t>를 초기화 하는 방법이 생김</a:t>
            </a:r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Constructor</a:t>
            </a:r>
            <a:r>
              <a:rPr lang="ko-KR" altLang="en-US" dirty="0" smtClean="0"/>
              <a:t>가 필요 없어짐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99506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61204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42422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0361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629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2579510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280700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24847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52365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06689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31369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9128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6155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2518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96428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0582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480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8" name="부제목 7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sz="2800" dirty="0" err="1"/>
              <a:t>SeSAC</a:t>
            </a:r>
            <a:r>
              <a:rPr lang="en-US" altLang="ko-KR" sz="2800" dirty="0"/>
              <a:t> x </a:t>
            </a:r>
            <a:r>
              <a:rPr lang="en-US" altLang="ko-KR" sz="2800" dirty="0" err="1"/>
              <a:t>CODINGOn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23B3B-2FCF-58AF-BC81-E9824EB6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2FB7-A3D0-4BF4-B23F-90A4C3B73A56}" type="datetime6">
              <a:rPr lang="ko-KR" altLang="en-US" smtClean="0"/>
              <a:t>2024년 8월</a:t>
            </a:fld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7112DC-52CD-A148-06F6-6813E1A6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1655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Props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31202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A56DB0-EFB4-9A97-9462-05D086070C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549052"/>
            <a:ext cx="10909152" cy="4351338"/>
          </a:xfrm>
        </p:spPr>
        <p:txBody>
          <a:bodyPr/>
          <a:lstStyle/>
          <a:p>
            <a:r>
              <a:rPr lang="en-US" altLang="ko-KR" dirty="0"/>
              <a:t>properties</a:t>
            </a:r>
            <a:r>
              <a:rPr lang="ko-KR" altLang="en-US" dirty="0"/>
              <a:t> 를 줄인 표현으로 </a:t>
            </a:r>
            <a:r>
              <a:rPr lang="ko-KR" altLang="en-US" dirty="0">
                <a:solidFill>
                  <a:schemeClr val="accent1"/>
                </a:solidFill>
              </a:rPr>
              <a:t>컴포넌트 속성을 설정할 때 사용하는 요소</a:t>
            </a:r>
            <a:endParaRPr lang="en-US" altLang="ko-KR" dirty="0">
              <a:solidFill>
                <a:schemeClr val="accent1"/>
              </a:solidFill>
            </a:endParaRPr>
          </a:p>
          <a:p>
            <a:r>
              <a:rPr lang="en-US" altLang="ko-KR" dirty="0"/>
              <a:t>props</a:t>
            </a:r>
            <a:r>
              <a:rPr lang="ko-KR" altLang="en-US" dirty="0"/>
              <a:t>는 컴포넌트끼리 값을 전달하는 수단</a:t>
            </a:r>
            <a:endParaRPr lang="en-US" altLang="ko-KR" dirty="0"/>
          </a:p>
          <a:p>
            <a:r>
              <a:rPr lang="ko-KR" altLang="en-US" dirty="0">
                <a:solidFill>
                  <a:srgbClr val="FF0000"/>
                </a:solidFill>
              </a:rPr>
              <a:t>상위</a:t>
            </a:r>
            <a:r>
              <a:rPr lang="ko-KR" altLang="en-US" dirty="0"/>
              <a:t> 컴포넌트에서 </a:t>
            </a:r>
            <a:r>
              <a:rPr lang="ko-KR" altLang="en-US" dirty="0">
                <a:solidFill>
                  <a:srgbClr val="FF0000"/>
                </a:solidFill>
              </a:rPr>
              <a:t>하위</a:t>
            </a:r>
            <a:r>
              <a:rPr lang="ko-KR" altLang="en-US" dirty="0"/>
              <a:t> 컴포넌트로 전달 </a:t>
            </a:r>
            <a:r>
              <a:rPr lang="en-US" altLang="ko-KR" dirty="0"/>
              <a:t>(</a:t>
            </a:r>
            <a:r>
              <a:rPr lang="ko-KR" altLang="en-US" dirty="0"/>
              <a:t>단방향 데이터 흐름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B8FEC5-B146-AB68-CA6C-476D14DFE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0D294-60EA-4DAA-90A4-E86E9A5EB9A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3FBE229-2957-079F-DEC2-73F426DE5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D5D341A-A4A5-AEF2-4CD5-0AAC3511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props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C50D0F5-D6FF-02FF-F06C-A9847C26D5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7655" y="3501232"/>
            <a:ext cx="8756689" cy="1878598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357C9F8-0763-556D-5A59-66ABE3679253}"/>
              </a:ext>
            </a:extLst>
          </p:cNvPr>
          <p:cNvSpPr/>
          <p:nvPr/>
        </p:nvSpPr>
        <p:spPr>
          <a:xfrm>
            <a:off x="3980985" y="4902173"/>
            <a:ext cx="3852615" cy="41746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05010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74D3CA-D8CF-CA1C-3F4A-998F76A137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288" y="1504381"/>
            <a:ext cx="11070515" cy="4111688"/>
          </a:xfrm>
        </p:spPr>
        <p:txBody>
          <a:bodyPr/>
          <a:lstStyle/>
          <a:p>
            <a:r>
              <a:rPr lang="ko-KR" altLang="en-US" dirty="0"/>
              <a:t>부모 컴포넌트에서 전달한 </a:t>
            </a:r>
            <a:r>
              <a:rPr lang="en-US" altLang="ko-KR" dirty="0"/>
              <a:t>props</a:t>
            </a:r>
            <a:r>
              <a:rPr lang="ko-KR" altLang="en-US" dirty="0"/>
              <a:t>는 함수형 컴포넌트에서 함수의 파라미터로 전달받으며</a:t>
            </a:r>
            <a:r>
              <a:rPr lang="en-US" altLang="ko-KR" dirty="0"/>
              <a:t>, JSX </a:t>
            </a:r>
            <a:r>
              <a:rPr lang="ko-KR" altLang="en-US" dirty="0"/>
              <a:t>내부에서 </a:t>
            </a:r>
            <a:r>
              <a:rPr lang="en-US" altLang="ko-KR" dirty="0"/>
              <a:t>{</a:t>
            </a:r>
            <a:r>
              <a:rPr lang="ko-KR" altLang="en-US" dirty="0"/>
              <a:t> </a:t>
            </a:r>
            <a:r>
              <a:rPr lang="en-US" altLang="ko-KR" dirty="0"/>
              <a:t>}</a:t>
            </a:r>
            <a:r>
              <a:rPr lang="ko-KR" altLang="en-US" dirty="0"/>
              <a:t> 기호로 감싸서 사용한다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4D7D0A-B415-2367-6C34-8CCD74334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2DBD1-6134-4975-8CE7-24ED1E9282F4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6068801-C26C-845E-88A0-C0EE20EAD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ADBC1B1-0301-1639-46FF-900D8EA2C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함수형 컴포넌트 </a:t>
            </a:r>
            <a:r>
              <a:rPr lang="en-US" altLang="ko-KR" dirty="0"/>
              <a:t>props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351D6CF-BAFC-6E43-82C5-74687E7CA9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81" y="2516457"/>
            <a:ext cx="9392217" cy="60594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CC3DEE9-DD64-3625-3C53-C0508ABE17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8858" y="3279140"/>
            <a:ext cx="5437043" cy="2740866"/>
          </a:xfrm>
          <a:prstGeom prst="rect">
            <a:avLst/>
          </a:prstGeom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D64BAAA-E994-663B-438F-F4DC4D6F48CC}"/>
              </a:ext>
            </a:extLst>
          </p:cNvPr>
          <p:cNvSpPr txBox="1">
            <a:spLocks/>
          </p:cNvSpPr>
          <p:nvPr/>
        </p:nvSpPr>
        <p:spPr>
          <a:xfrm>
            <a:off x="1116981" y="3122406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 부모 컴포넌트에서 </a:t>
            </a: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name props 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전달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238161D3-9870-C26D-DC87-05DBD05CC0ED}"/>
              </a:ext>
            </a:extLst>
          </p:cNvPr>
          <p:cNvSpPr txBox="1">
            <a:spLocks/>
          </p:cNvSpPr>
          <p:nvPr/>
        </p:nvSpPr>
        <p:spPr>
          <a:xfrm>
            <a:off x="6008858" y="6041894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 자식 컴포넌트에서 </a:t>
            </a: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name props 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받음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10FD8AE-ED5A-8988-A4D6-ACA31832D594}"/>
              </a:ext>
            </a:extLst>
          </p:cNvPr>
          <p:cNvSpPr/>
          <p:nvPr/>
        </p:nvSpPr>
        <p:spPr>
          <a:xfrm>
            <a:off x="4169693" y="2570570"/>
            <a:ext cx="2634308" cy="41746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3985B5A-1218-7902-7BC9-DDA2AEA54F61}"/>
              </a:ext>
            </a:extLst>
          </p:cNvPr>
          <p:cNvSpPr/>
          <p:nvPr/>
        </p:nvSpPr>
        <p:spPr>
          <a:xfrm>
            <a:off x="8697600" y="4233343"/>
            <a:ext cx="1677600" cy="41746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63647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58BA935-9974-ADFF-3BF1-8E8D0A7C9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2400"/>
            <a:ext cx="10515600" cy="4754563"/>
          </a:xfrm>
        </p:spPr>
        <p:txBody>
          <a:bodyPr/>
          <a:lstStyle/>
          <a:p>
            <a:r>
              <a:rPr lang="ko-KR" altLang="en-US" dirty="0"/>
              <a:t>부모</a:t>
            </a:r>
            <a:r>
              <a:rPr lang="en-US" altLang="ko-KR" dirty="0"/>
              <a:t> </a:t>
            </a:r>
            <a:r>
              <a:rPr lang="ko-KR" altLang="en-US" dirty="0"/>
              <a:t>컴포넌트에서 </a:t>
            </a:r>
            <a:r>
              <a:rPr lang="en-US" altLang="ko-KR" dirty="0"/>
              <a:t>props</a:t>
            </a:r>
            <a:r>
              <a:rPr lang="ko-KR" altLang="en-US" dirty="0"/>
              <a:t>가 전달되지 않았을 때 기본값으로 보여줄 </a:t>
            </a:r>
            <a:r>
              <a:rPr lang="en-US" altLang="ko-KR" dirty="0"/>
              <a:t>props</a:t>
            </a:r>
            <a:r>
              <a:rPr lang="ko-KR" altLang="en-US" dirty="0"/>
              <a:t>를 설정하는 것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7801AE-74C7-21CB-361E-D40FEB501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2E807-52C8-4999-93D3-9678270AD8FA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AD298C9-B8AB-36D5-4E0A-1B37A301C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4D0F6FF-64A1-A9C5-F4FD-75F1A69D3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defaultProps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F1CC9EC-5103-8E8F-F35A-460486D82D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840" y="2651126"/>
            <a:ext cx="6277635" cy="565378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B7480FD1-3459-79EB-205E-E4E841B591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0753" y="1887040"/>
            <a:ext cx="5378737" cy="4351338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68407960-7829-5181-2B64-BEFE94098644}"/>
              </a:ext>
            </a:extLst>
          </p:cNvPr>
          <p:cNvSpPr/>
          <p:nvPr/>
        </p:nvSpPr>
        <p:spPr>
          <a:xfrm>
            <a:off x="6415812" y="4946570"/>
            <a:ext cx="4351575" cy="1087030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24A70FDD-59B7-03AC-60AC-4AAEEEF9E093}"/>
              </a:ext>
            </a:extLst>
          </p:cNvPr>
          <p:cNvSpPr txBox="1">
            <a:spLocks/>
          </p:cNvSpPr>
          <p:nvPr/>
        </p:nvSpPr>
        <p:spPr>
          <a:xfrm>
            <a:off x="283840" y="3180090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 부모 컴포넌트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4FF724C0-6D72-23E7-5BB6-6E2A64B863CA}"/>
              </a:ext>
            </a:extLst>
          </p:cNvPr>
          <p:cNvSpPr txBox="1">
            <a:spLocks/>
          </p:cNvSpPr>
          <p:nvPr/>
        </p:nvSpPr>
        <p:spPr>
          <a:xfrm>
            <a:off x="4482005" y="5739144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 자식 컴포넌트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94008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BE78717-14C8-E4F8-75F1-F1234CB9F0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763" y="1328545"/>
            <a:ext cx="10515600" cy="4611750"/>
          </a:xfrm>
        </p:spPr>
        <p:txBody>
          <a:bodyPr/>
          <a:lstStyle/>
          <a:p>
            <a:r>
              <a:rPr lang="ko-KR" altLang="en-US" dirty="0"/>
              <a:t>부모 컴포넌트에서 자식 컴포넌트를 호출할 때 태그 사이에 작성한 문자열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E73E45-3FE2-D7F4-455A-DAEACC1B7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8F6701-635E-4B4D-8246-F6CD3AE14CB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33FAE8C-8767-B5C4-EA69-B8DAE4E6F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7B9E0F2-1D61-CB69-8491-8498FD573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props.children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A3B1BED-0007-7448-5CCC-0D6DC2A8D4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1616" y="2871780"/>
            <a:ext cx="5677829" cy="323998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E03D15-0ABA-1274-941A-A1F95AD39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076" y="2186753"/>
            <a:ext cx="10286891" cy="50033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2E9A0216-F259-B2FF-147E-338776360EA3}"/>
              </a:ext>
            </a:extLst>
          </p:cNvPr>
          <p:cNvSpPr/>
          <p:nvPr/>
        </p:nvSpPr>
        <p:spPr>
          <a:xfrm>
            <a:off x="6250493" y="2233664"/>
            <a:ext cx="1626307" cy="41746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0ECDBFF-A638-BD21-A990-4F05F9BF30EF}"/>
              </a:ext>
            </a:extLst>
          </p:cNvPr>
          <p:cNvSpPr/>
          <p:nvPr/>
        </p:nvSpPr>
        <p:spPr>
          <a:xfrm>
            <a:off x="7353293" y="4625264"/>
            <a:ext cx="2359507" cy="41746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FD131762-2C9C-14F1-8BBF-DE53F198A8F3}"/>
              </a:ext>
            </a:extLst>
          </p:cNvPr>
          <p:cNvSpPr txBox="1">
            <a:spLocks/>
          </p:cNvSpPr>
          <p:nvPr/>
        </p:nvSpPr>
        <p:spPr>
          <a:xfrm>
            <a:off x="696076" y="2651126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 부모 컴포넌트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060DD829-E8F9-0609-7DFF-8CE8EA6BE092}"/>
              </a:ext>
            </a:extLst>
          </p:cNvPr>
          <p:cNvSpPr txBox="1">
            <a:spLocks/>
          </p:cNvSpPr>
          <p:nvPr/>
        </p:nvSpPr>
        <p:spPr>
          <a:xfrm>
            <a:off x="9562117" y="5639009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 자식 컴포넌트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5054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624099-C68E-F711-CF88-171EAEF994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5213"/>
            <a:ext cx="10681800" cy="4111688"/>
          </a:xfrm>
        </p:spPr>
        <p:txBody>
          <a:bodyPr/>
          <a:lstStyle/>
          <a:p>
            <a:r>
              <a:rPr lang="ko-KR" altLang="en-US" dirty="0"/>
              <a:t>컴포넌트의 </a:t>
            </a:r>
            <a:r>
              <a:rPr lang="ko-KR" altLang="en-US" b="1" dirty="0"/>
              <a:t>필수 </a:t>
            </a:r>
            <a:r>
              <a:rPr lang="en-US" altLang="ko-KR" b="1" dirty="0"/>
              <a:t>props</a:t>
            </a:r>
            <a:r>
              <a:rPr lang="ko-KR" altLang="en-US" b="1" dirty="0"/>
              <a:t>를 지정</a:t>
            </a:r>
            <a:r>
              <a:rPr lang="ko-KR" altLang="en-US" dirty="0"/>
              <a:t>하거나 </a:t>
            </a:r>
            <a:r>
              <a:rPr lang="en-US" altLang="ko-KR" b="1" dirty="0"/>
              <a:t>props</a:t>
            </a:r>
            <a:r>
              <a:rPr lang="ko-KR" altLang="en-US" b="1" dirty="0"/>
              <a:t>의 타입을 지정</a:t>
            </a:r>
            <a:r>
              <a:rPr lang="ko-KR" altLang="en-US" dirty="0"/>
              <a:t>할 때 사용</a:t>
            </a:r>
            <a:endParaRPr lang="en-US" altLang="ko-KR" dirty="0"/>
          </a:p>
          <a:p>
            <a:r>
              <a:rPr lang="en-US" altLang="ko-KR" dirty="0"/>
              <a:t>JavaScript</a:t>
            </a:r>
            <a:r>
              <a:rPr lang="ko-KR" altLang="en-US" dirty="0"/>
              <a:t>의 </a:t>
            </a:r>
            <a:r>
              <a:rPr lang="en-US" altLang="ko-KR" b="1" dirty="0"/>
              <a:t>“</a:t>
            </a:r>
            <a:r>
              <a:rPr lang="ko-KR" altLang="en-US" b="1" dirty="0"/>
              <a:t>유연한 특성</a:t>
            </a:r>
            <a:r>
              <a:rPr lang="en-US" altLang="ko-KR" b="1" dirty="0"/>
              <a:t>” </a:t>
            </a:r>
            <a:r>
              <a:rPr lang="ko-KR" altLang="en-US" b="1" dirty="0"/>
              <a:t>을 해결</a:t>
            </a:r>
            <a:r>
              <a:rPr lang="ko-KR" altLang="en-US" dirty="0"/>
              <a:t>하기 위해 권장되는 기능</a:t>
            </a:r>
            <a:endParaRPr lang="en-US" altLang="ko-KR" dirty="0"/>
          </a:p>
          <a:p>
            <a:r>
              <a:rPr lang="ko-KR" altLang="en-US" dirty="0"/>
              <a:t>정해진 타입이 아닌 다른 타입으로 정보가 전달될 시</a:t>
            </a:r>
            <a:r>
              <a:rPr lang="en-US" altLang="ko-KR" dirty="0"/>
              <a:t>, </a:t>
            </a:r>
            <a:r>
              <a:rPr lang="ko-KR" altLang="en-US" dirty="0"/>
              <a:t>제대로 동작은 하지만 </a:t>
            </a:r>
            <a:r>
              <a:rPr lang="en-US" altLang="ko-KR" dirty="0"/>
              <a:t>console</a:t>
            </a:r>
            <a:r>
              <a:rPr lang="ko-KR" altLang="en-US" dirty="0"/>
              <a:t>에 오류가 나온다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927CF3-AEB6-3834-F3BC-884DE699D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80AA1-5246-4A25-BE32-94BE467B109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8E01E7F-761C-AAB6-93BA-ABA9F0CCD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3620784-E4F5-8D73-C265-4AB027BD2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propTypes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8C333B9-0CCB-D42B-6EA4-F446F601DF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0033" y="4086177"/>
            <a:ext cx="5222308" cy="4815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03881B7-AA60-536E-8373-31C84067BE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767" y="4745861"/>
            <a:ext cx="5612574" cy="1555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9058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030445-48BF-C84E-F822-5A66CC329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C6C9C-69B7-4FA3-B533-50D416C4BDB3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9CF4A8C-6D61-9227-F631-016924A26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3B37166-FF69-0EA9-719E-4F992CA77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클래스형 컴포넌트 </a:t>
            </a:r>
            <a:r>
              <a:rPr lang="en-US" altLang="ko-KR" dirty="0"/>
              <a:t>props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5A04D30-D8DE-F3AC-0AD7-D0A7C4EBBA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109" y="2397431"/>
            <a:ext cx="9407781" cy="2207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8013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FFB727CA-1CAF-5823-2284-A8E3E380EC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505103" y="3153450"/>
            <a:ext cx="3181794" cy="1695687"/>
          </a:xfr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C35D214-99C2-39F1-EE1F-E3A68C71D0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C2489-C217-46DD-AED2-42AF67716448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78C3E24-37DC-A7B3-A6B3-C92E68A36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46BCE33-E9CF-3E40-0A85-9333A76C6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클래스형 컴포넌트 </a:t>
            </a:r>
            <a:r>
              <a:rPr lang="en-US" altLang="ko-KR" dirty="0"/>
              <a:t>props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F2E904A-9D1E-D8E7-A2FB-364C40697B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893" y="1637755"/>
            <a:ext cx="8199614" cy="42543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980C486-84EE-046F-C5DE-9E265F204471}"/>
              </a:ext>
            </a:extLst>
          </p:cNvPr>
          <p:cNvSpPr txBox="1"/>
          <p:nvPr/>
        </p:nvSpPr>
        <p:spPr>
          <a:xfrm>
            <a:off x="4505103" y="3764944"/>
            <a:ext cx="103906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0" dirty="0">
                <a:solidFill>
                  <a:srgbClr val="FF0000"/>
                </a:solidFill>
              </a:rPr>
              <a:t>or</a:t>
            </a:r>
            <a:endParaRPr lang="ko-KR" altLang="en-US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44280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2024-08-04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JSX </a:t>
            </a:r>
            <a:r>
              <a:rPr lang="ko-KR" altLang="en-US" dirty="0"/>
              <a:t>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React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r>
              <a:rPr lang="en-US" altLang="ko-KR" dirty="0">
                <a:solidFill>
                  <a:srgbClr val="212529"/>
                </a:solidFill>
                <a:latin typeface="+mn-ea"/>
              </a:rPr>
              <a:t/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jsx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[1~4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번 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2599666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2024-08-04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Props </a:t>
            </a:r>
            <a:r>
              <a:rPr lang="ko-KR" altLang="en-US" dirty="0"/>
              <a:t>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React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r>
              <a:rPr lang="en-US" altLang="ko-KR" dirty="0">
                <a:solidFill>
                  <a:srgbClr val="212529"/>
                </a:solidFill>
                <a:latin typeface="+mn-ea"/>
              </a:rPr>
              <a:t/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[Props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[1~3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번 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46906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State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562772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4637DE-CA85-54BD-9BB5-8A7EF0E6FC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에서 앱의 유동적인 데이터를 다루기 위한 개체</a:t>
            </a:r>
            <a:endParaRPr lang="en-US" altLang="ko-KR" dirty="0"/>
          </a:p>
          <a:p>
            <a:r>
              <a:rPr lang="ko-KR" altLang="en-US" dirty="0">
                <a:solidFill>
                  <a:schemeClr val="accent1"/>
                </a:solidFill>
              </a:rPr>
              <a:t>계속해서 변하는 특정 상태</a:t>
            </a:r>
            <a:endParaRPr lang="en-US" altLang="ko-KR" dirty="0">
              <a:solidFill>
                <a:schemeClr val="accent1"/>
              </a:solidFill>
            </a:endParaRPr>
          </a:p>
          <a:p>
            <a:r>
              <a:rPr lang="ko-KR" altLang="en-US" dirty="0"/>
              <a:t>상태에 따라 다른 동작을 함</a:t>
            </a:r>
            <a:endParaRPr lang="en-US" altLang="ko-KR" dirty="0"/>
          </a:p>
          <a:p>
            <a:r>
              <a:rPr lang="ko-KR" altLang="en-US" dirty="0"/>
              <a:t>왜 사용할까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State</a:t>
            </a:r>
            <a:r>
              <a:rPr lang="ko-KR" altLang="en-US" dirty="0">
                <a:solidFill>
                  <a:schemeClr val="accent1"/>
                </a:solidFill>
              </a:rPr>
              <a:t>가 </a:t>
            </a:r>
            <a:r>
              <a:rPr lang="ko-KR" altLang="en-US" dirty="0" err="1">
                <a:solidFill>
                  <a:schemeClr val="accent1"/>
                </a:solidFill>
              </a:rPr>
              <a:t>변경될시</a:t>
            </a:r>
            <a:r>
              <a:rPr lang="ko-KR" altLang="en-US" dirty="0">
                <a:solidFill>
                  <a:schemeClr val="accent1"/>
                </a:solidFill>
              </a:rPr>
              <a:t> 자동으로 </a:t>
            </a:r>
            <a:r>
              <a:rPr lang="ko-KR" altLang="en-US" b="1" dirty="0" err="1">
                <a:solidFill>
                  <a:schemeClr val="accent1"/>
                </a:solidFill>
              </a:rPr>
              <a:t>재랜더링</a:t>
            </a:r>
            <a:r>
              <a:rPr lang="ko-KR" altLang="en-US" dirty="0"/>
              <a:t> 되기 때문</a:t>
            </a:r>
            <a:endParaRPr lang="en-US" altLang="ko-KR" dirty="0"/>
          </a:p>
          <a:p>
            <a:pPr lvl="1"/>
            <a:r>
              <a:rPr lang="ko-KR" altLang="en-US" dirty="0"/>
              <a:t>이 점이 변수와 다른 점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BA535A-322E-1646-CF09-63873BF8C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DE9A52-66EB-4C85-B703-18792A161207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7066AF9-BB3C-686E-909F-CE3BE0BF5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11A36B4-A46B-4E8E-E378-EA3A6D84A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state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59743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8BD993B5-DDCB-CC10-2049-37CD21B247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035" y="1388968"/>
            <a:ext cx="8407470" cy="1835232"/>
          </a:xfrm>
        </p:spPr>
        <p:txBody>
          <a:bodyPr>
            <a:normAutofit/>
          </a:bodyPr>
          <a:lstStyle/>
          <a:p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</a:rPr>
              <a:t>props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: </a:t>
            </a:r>
            <a:r>
              <a:rPr lang="ko-KR" altLang="en-US" sz="2000" dirty="0">
                <a:solidFill>
                  <a:schemeClr val="bg1">
                    <a:lumMod val="50000"/>
                  </a:schemeClr>
                </a:solidFill>
              </a:rPr>
              <a:t>부모 컴포넌트에서 자식 컴포넌트에 데이터 전달 시 사용 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ko-KR" altLang="en-US" sz="2000" dirty="0">
                <a:solidFill>
                  <a:schemeClr val="bg1">
                    <a:lumMod val="50000"/>
                  </a:schemeClr>
                </a:solidFill>
              </a:rPr>
              <a:t>읽기모드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  <a:p>
            <a:pPr lvl="1"/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</a:rPr>
              <a:t>React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</a:rPr>
              <a:t>는 </a:t>
            </a:r>
            <a:r>
              <a:rPr lang="ko-KR" altLang="en-US" sz="1600" b="1" dirty="0">
                <a:solidFill>
                  <a:schemeClr val="bg1">
                    <a:lumMod val="50000"/>
                  </a:schemeClr>
                </a:solidFill>
              </a:rPr>
              <a:t>단방향 데이터 흐름</a:t>
            </a: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</a:rPr>
              <a:t>! 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</a:rPr>
              <a:t>기억하시죠</a:t>
            </a: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</a:rPr>
              <a:t>?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</a:rPr>
              <a:t>😉</a:t>
            </a:r>
            <a:endParaRPr lang="en-US" altLang="ko-KR" sz="160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</a:rPr>
              <a:t>state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: </a:t>
            </a:r>
            <a:r>
              <a:rPr lang="ko-KR" altLang="en-US" sz="2000" dirty="0">
                <a:solidFill>
                  <a:schemeClr val="bg1">
                    <a:lumMod val="50000"/>
                  </a:schemeClr>
                </a:solidFill>
              </a:rPr>
              <a:t>특정 컴포넌트가 갖는 상태 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ko-KR" altLang="en-US" sz="2000" dirty="0">
                <a:solidFill>
                  <a:schemeClr val="bg1">
                    <a:lumMod val="50000"/>
                  </a:schemeClr>
                </a:solidFill>
              </a:rPr>
              <a:t>값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  <a:p>
            <a:pPr lvl="1"/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</a:rPr>
              <a:t>컴포넌트 </a:t>
            </a:r>
            <a:r>
              <a:rPr lang="ko-KR" altLang="en-US" sz="1600" b="1" dirty="0">
                <a:solidFill>
                  <a:schemeClr val="bg1">
                    <a:lumMod val="50000"/>
                  </a:schemeClr>
                </a:solidFill>
              </a:rPr>
              <a:t>내부에서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</a:rPr>
              <a:t> 선언되고 </a:t>
            </a:r>
            <a:r>
              <a:rPr lang="ko-KR" altLang="en-US" sz="1600" b="1" dirty="0">
                <a:solidFill>
                  <a:schemeClr val="bg1">
                    <a:lumMod val="50000"/>
                  </a:schemeClr>
                </a:solidFill>
              </a:rPr>
              <a:t>내부에서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</a:rPr>
              <a:t> 값을 변경함</a:t>
            </a: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</a:rPr>
              <a:t>!</a:t>
            </a:r>
            <a:endParaRPr lang="ko-KR" altLang="en-US" sz="16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BA535A-322E-1646-CF09-63873BF8C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DE9A52-66EB-4C85-B703-18792A161207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7066AF9-BB3C-686E-909F-CE3BE0BF5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11A36B4-A46B-4E8E-E378-EA3A6D84A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state vs. props 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824FF74-62D5-7D7C-0F72-F4CABE4718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3800" y="1388968"/>
            <a:ext cx="5331010" cy="459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7551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90AF309-853D-F463-6948-0B003DEAA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기존 형태</a:t>
            </a:r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FA0AD76-69E2-FF0B-EFB0-7A7CF0304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BA8C29-898F-547D-5A87-6B8B62143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DFEA5331-9477-5F1B-FE08-D181E3B6E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클래스형 컴포넌트의 </a:t>
            </a:r>
            <a:r>
              <a:rPr lang="en-US" altLang="ko-KR" dirty="0"/>
              <a:t>state 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7C9A2AA-93D7-1535-8878-122667E8B8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5790" y="1825625"/>
            <a:ext cx="5120420" cy="4177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9322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90AF309-853D-F463-6948-0B003DEAA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현재 버전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FA0AD76-69E2-FF0B-EFB0-7A7CF0304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BA8C29-898F-547D-5A87-6B8B62143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DFEA5331-9477-5F1B-FE08-D181E3B6E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클래스형 컴포넌트의 </a:t>
            </a:r>
            <a:r>
              <a:rPr lang="en-US" altLang="ko-KR" dirty="0"/>
              <a:t>state 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71999D-DE9F-E93D-275B-576A6C087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006" y="1825625"/>
            <a:ext cx="6096794" cy="4012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5297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CD1D1DE3-301B-E2B2-CBC2-2603D0652D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함수형</a:t>
            </a:r>
            <a:r>
              <a:rPr lang="en-US" altLang="ko-KR" dirty="0"/>
              <a:t> </a:t>
            </a:r>
            <a:r>
              <a:rPr lang="ko-KR" altLang="en-US" dirty="0"/>
              <a:t>컴포넌트는 </a:t>
            </a:r>
            <a:r>
              <a:rPr lang="en-US" altLang="ko-KR" dirty="0"/>
              <a:t>state </a:t>
            </a:r>
            <a:r>
              <a:rPr lang="ko-KR" altLang="en-US" dirty="0"/>
              <a:t>기능이 원래 없었다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React 16.8 </a:t>
            </a:r>
            <a:r>
              <a:rPr lang="ko-KR" altLang="en-US" dirty="0"/>
              <a:t>버전 이후부터 </a:t>
            </a:r>
            <a:r>
              <a:rPr lang="en-US" altLang="ko-KR" dirty="0" err="1">
                <a:solidFill>
                  <a:schemeClr val="accent1"/>
                </a:solidFill>
              </a:rPr>
              <a:t>useState</a:t>
            </a:r>
            <a:r>
              <a:rPr lang="ko-KR" altLang="en-US" dirty="0"/>
              <a:t>라는 함수가 생겼고</a:t>
            </a:r>
            <a:r>
              <a:rPr lang="en-US" altLang="ko-KR" dirty="0"/>
              <a:t>, </a:t>
            </a:r>
            <a:br>
              <a:rPr lang="en-US" altLang="ko-KR" dirty="0"/>
            </a:br>
            <a:r>
              <a:rPr lang="ko-KR" altLang="en-US" dirty="0"/>
              <a:t>이를 통해 함수형 컴포넌트에서도 상태관리를 할 수 있음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A5BBAFB-E5A2-E86E-DF4D-33C5B1AC7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107663-0D3A-8917-9E1E-605B5C145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B6FD9C34-199D-DA24-F6FD-C17E6EDC9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함수형 컴포넌트의 </a:t>
            </a:r>
            <a:r>
              <a:rPr lang="en-US" altLang="ko-KR" dirty="0"/>
              <a:t>state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143960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C28C8E0-47C0-251E-49DE-BF6104AD2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02428F-A58A-A1FE-39FF-A49A5BE5A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2FB24E7-C040-379F-6853-389B77EB2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함수형 컴포넌트의 </a:t>
            </a:r>
            <a:r>
              <a:rPr lang="en-US" altLang="ko-KR" dirty="0" err="1"/>
              <a:t>useState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671D61E-749D-48A3-3AC5-A9F7BEF2D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8779" y="1825625"/>
            <a:ext cx="6447641" cy="4157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6754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49497A8-6C87-B27D-EFAE-279A835AA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44033D-EE6D-BF63-37A9-18AC4B5A2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4CEB6A77-E629-F7FF-151F-650327628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함수형 컴포넌트의 </a:t>
            </a:r>
            <a:r>
              <a:rPr lang="en-US" altLang="ko-KR" dirty="0" err="1"/>
              <a:t>useState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1EF0165-F1CA-E0D3-0865-8CECE42468E1}"/>
              </a:ext>
            </a:extLst>
          </p:cNvPr>
          <p:cNvSpPr txBox="1">
            <a:spLocks/>
          </p:cNvSpPr>
          <p:nvPr/>
        </p:nvSpPr>
        <p:spPr>
          <a:xfrm>
            <a:off x="5562600" y="1565213"/>
            <a:ext cx="588776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 err="1"/>
              <a:t>useState</a:t>
            </a:r>
            <a:r>
              <a:rPr lang="en-US" altLang="ko-KR" sz="2400" dirty="0"/>
              <a:t> </a:t>
            </a:r>
            <a:r>
              <a:rPr lang="ko-KR" altLang="en-US" sz="2400" dirty="0"/>
              <a:t>함수의 인자에는 </a:t>
            </a:r>
            <a:r>
              <a:rPr lang="ko-KR" altLang="en-US" sz="2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상태의 초기값</a:t>
            </a:r>
            <a:endParaRPr lang="en-US" altLang="ko-KR" sz="2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lvl="1"/>
            <a:r>
              <a:rPr lang="en-US" altLang="ko-KR" sz="2000" dirty="0" err="1"/>
              <a:t>useState</a:t>
            </a:r>
            <a:r>
              <a:rPr lang="ko-KR" altLang="en-US" sz="2000" dirty="0"/>
              <a:t>의 초기값은 </a:t>
            </a:r>
            <a:r>
              <a:rPr lang="ko-KR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숫자</a:t>
            </a:r>
            <a:r>
              <a:rPr lang="ko-KR" altLang="en-US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일 수도</a:t>
            </a:r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lang="ko-KR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문자</a:t>
            </a:r>
            <a:r>
              <a:rPr lang="ko-KR" altLang="en-US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일 수도</a:t>
            </a:r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lang="ko-KR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배열</a:t>
            </a:r>
            <a:r>
              <a:rPr lang="ko-KR" altLang="en-US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일 수도 있다</a:t>
            </a:r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. </a:t>
            </a:r>
            <a:r>
              <a:rPr lang="ko-KR" altLang="en-US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즉</a:t>
            </a:r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lang="ko-KR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값의 형태가 자유로움</a:t>
            </a:r>
            <a:endParaRPr lang="en-US" altLang="ko-KR"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altLang="ko-KR" sz="2400" dirty="0" err="1"/>
              <a:t>useState</a:t>
            </a:r>
            <a:r>
              <a:rPr lang="en-US" altLang="ko-KR" sz="2400" dirty="0"/>
              <a:t> </a:t>
            </a:r>
            <a:r>
              <a:rPr lang="ko-KR" altLang="en-US" sz="2400" dirty="0"/>
              <a:t>함수는 배열을 반환</a:t>
            </a:r>
            <a:endParaRPr lang="en-US" altLang="ko-KR" sz="2400" dirty="0"/>
          </a:p>
          <a:p>
            <a:pPr lvl="1"/>
            <a:r>
              <a:rPr lang="ko-KR" altLang="en-US" sz="2000" dirty="0"/>
              <a:t>첫번째 원소</a:t>
            </a:r>
            <a:r>
              <a:rPr lang="en-US" altLang="ko-KR" sz="2000" dirty="0"/>
              <a:t>:</a:t>
            </a:r>
            <a:r>
              <a:rPr lang="ko-KR" altLang="en-US" sz="2000" dirty="0"/>
              <a:t> </a:t>
            </a:r>
            <a:r>
              <a:rPr lang="ko-KR" altLang="en-US" sz="2000" b="1" dirty="0"/>
              <a:t>현재 상태</a:t>
            </a:r>
            <a:r>
              <a:rPr lang="en-US" altLang="ko-KR" sz="2000" b="1" dirty="0"/>
              <a:t> </a:t>
            </a:r>
          </a:p>
          <a:p>
            <a:pPr lvl="1"/>
            <a:r>
              <a:rPr lang="ko-KR" altLang="en-US" sz="2000" dirty="0"/>
              <a:t>두번째 원소</a:t>
            </a:r>
            <a:r>
              <a:rPr lang="en-US" altLang="ko-KR" sz="2000" dirty="0"/>
              <a:t>:</a:t>
            </a:r>
            <a:r>
              <a:rPr lang="ko-KR" altLang="en-US" sz="2000" dirty="0"/>
              <a:t> 상태를 바꿔주는 </a:t>
            </a:r>
            <a:r>
              <a:rPr lang="en-US" altLang="ko-KR" sz="2000" dirty="0"/>
              <a:t>setter </a:t>
            </a:r>
            <a:r>
              <a:rPr lang="ko-KR" altLang="en-US" sz="2000" dirty="0"/>
              <a:t>함수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F515A64-810E-FE9B-EF3A-B8E969E3C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59" y="1565213"/>
            <a:ext cx="4888781" cy="315222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4FD3F359-2DF8-3F7B-EEE9-7D413F99CF9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262" t="18202" r="23983" b="75786"/>
          <a:stretch/>
        </p:blipFill>
        <p:spPr>
          <a:xfrm>
            <a:off x="473159" y="4865502"/>
            <a:ext cx="10823429" cy="61005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39D3577D-B276-C320-57D9-6FA88D445119}"/>
              </a:ext>
            </a:extLst>
          </p:cNvPr>
          <p:cNvSpPr/>
          <p:nvPr/>
        </p:nvSpPr>
        <p:spPr>
          <a:xfrm>
            <a:off x="9499407" y="1576837"/>
            <a:ext cx="1710061" cy="426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6C5A51A-93CB-D951-5E41-105440D78A0C}"/>
              </a:ext>
            </a:extLst>
          </p:cNvPr>
          <p:cNvSpPr/>
          <p:nvPr/>
        </p:nvSpPr>
        <p:spPr>
          <a:xfrm>
            <a:off x="10012874" y="4870952"/>
            <a:ext cx="914660" cy="604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9EA1856-D422-1B6C-553F-FBEBD18E7D68}"/>
              </a:ext>
            </a:extLst>
          </p:cNvPr>
          <p:cNvSpPr/>
          <p:nvPr/>
        </p:nvSpPr>
        <p:spPr>
          <a:xfrm>
            <a:off x="7839185" y="3621489"/>
            <a:ext cx="1154208" cy="352063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A20182B-1345-C634-B06D-D0F816783DF7}"/>
              </a:ext>
            </a:extLst>
          </p:cNvPr>
          <p:cNvSpPr/>
          <p:nvPr/>
        </p:nvSpPr>
        <p:spPr>
          <a:xfrm>
            <a:off x="2438474" y="4998535"/>
            <a:ext cx="1795008" cy="471018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B5F4C98-F56F-6BB4-CA81-D607772402EC}"/>
              </a:ext>
            </a:extLst>
          </p:cNvPr>
          <p:cNvSpPr/>
          <p:nvPr/>
        </p:nvSpPr>
        <p:spPr>
          <a:xfrm>
            <a:off x="7839185" y="3973552"/>
            <a:ext cx="3219229" cy="360978"/>
          </a:xfrm>
          <a:prstGeom prst="rect">
            <a:avLst/>
          </a:prstGeom>
          <a:noFill/>
          <a:ln w="381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A55E8BB-3E9B-591D-8244-A7CA4F554DDF}"/>
              </a:ext>
            </a:extLst>
          </p:cNvPr>
          <p:cNvSpPr/>
          <p:nvPr/>
        </p:nvSpPr>
        <p:spPr>
          <a:xfrm>
            <a:off x="4503113" y="4998535"/>
            <a:ext cx="2528962" cy="471018"/>
          </a:xfrm>
          <a:prstGeom prst="rect">
            <a:avLst/>
          </a:prstGeom>
          <a:noFill/>
          <a:ln w="381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73A400CB-4F96-9ADE-3209-621EAD444D57}"/>
              </a:ext>
            </a:extLst>
          </p:cNvPr>
          <p:cNvSpPr txBox="1">
            <a:spLocks/>
          </p:cNvSpPr>
          <p:nvPr/>
        </p:nvSpPr>
        <p:spPr>
          <a:xfrm>
            <a:off x="8033729" y="5517453"/>
            <a:ext cx="4053871" cy="96226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</a:rPr>
              <a:t>[ </a:t>
            </a:r>
            <a:r>
              <a:rPr lang="ko-KR" altLang="en-US" sz="2000" b="1" dirty="0">
                <a:solidFill>
                  <a:schemeClr val="bg1">
                    <a:lumMod val="50000"/>
                  </a:schemeClr>
                </a:solidFill>
              </a:rPr>
              <a:t>현재상태</a:t>
            </a:r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</a:rPr>
              <a:t> , setter</a:t>
            </a:r>
            <a:r>
              <a:rPr lang="ko-KR" altLang="en-US" sz="2000" b="1" dirty="0">
                <a:solidFill>
                  <a:schemeClr val="bg1">
                    <a:lumMod val="50000"/>
                  </a:schemeClr>
                </a:solidFill>
              </a:rPr>
              <a:t>함수</a:t>
            </a:r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</a:rPr>
              <a:t> ]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/>
            </a:r>
            <a:b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: </a:t>
            </a:r>
            <a:r>
              <a:rPr lang="en-US" altLang="ko-KR" sz="2000" dirty="0" err="1">
                <a:solidFill>
                  <a:schemeClr val="bg1">
                    <a:lumMod val="50000"/>
                  </a:schemeClr>
                </a:solidFill>
              </a:rPr>
              <a:t>useState</a:t>
            </a:r>
            <a:r>
              <a:rPr lang="ko-KR" altLang="en-US" sz="2000" dirty="0">
                <a:solidFill>
                  <a:schemeClr val="bg1">
                    <a:lumMod val="50000"/>
                  </a:schemeClr>
                </a:solidFill>
              </a:rPr>
              <a:t>는 배열 반환</a:t>
            </a:r>
          </a:p>
        </p:txBody>
      </p:sp>
    </p:spTree>
    <p:extLst>
      <p:ext uri="{BB962C8B-B14F-4D97-AF65-F5344CB8AC3E}">
        <p14:creationId xmlns:p14="http://schemas.microsoft.com/office/powerpoint/2010/main" val="15823903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783DDD5-44A3-4F44-43C3-65379088D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6E909-BEFD-4A9C-BB36-F9A91296299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389860-8342-055A-2E20-853E187E1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250AAEC-7E0B-A789-02BD-F4B3E84A9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함수형 컴포넌트의 </a:t>
            </a:r>
            <a:r>
              <a:rPr lang="en-US" altLang="ko-KR" dirty="0" err="1"/>
              <a:t>useState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01AE242-E909-79D8-B5AC-A85E9480E5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1877" y="1565213"/>
            <a:ext cx="6368245" cy="4392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6531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2024-08-04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State </a:t>
            </a:r>
            <a:r>
              <a:rPr lang="ko-KR" altLang="en-US" dirty="0"/>
              <a:t>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React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r>
              <a:rPr lang="en-US" altLang="ko-KR" dirty="0">
                <a:solidFill>
                  <a:srgbClr val="212529"/>
                </a:solidFill>
                <a:latin typeface="+mn-ea"/>
              </a:rPr>
              <a:t/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[State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[1~2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번 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2482701262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 GOV">
      <a:majorFont>
        <a:latin typeface="Pretendard GOV"/>
        <a:ea typeface="Pretendard GOV"/>
        <a:cs typeface=""/>
      </a:majorFont>
      <a:minorFont>
        <a:latin typeface="Pretendard GOV"/>
        <a:ea typeface="Pretendard 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1369</TotalTime>
  <Words>695</Words>
  <Application>Microsoft Office PowerPoint</Application>
  <PresentationFormat>와이드스크린</PresentationFormat>
  <Paragraphs>183</Paragraphs>
  <Slides>21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5" baseType="lpstr">
      <vt:lpstr>Pretendard GOV</vt:lpstr>
      <vt:lpstr>맑은 고딕</vt:lpstr>
      <vt:lpstr>Arial</vt:lpstr>
      <vt:lpstr>3_Office 테마</vt:lpstr>
      <vt:lpstr>웹 개발자 부트캠프 과정</vt:lpstr>
      <vt:lpstr>Props</vt:lpstr>
      <vt:lpstr>props란?</vt:lpstr>
      <vt:lpstr>함수형 컴포넌트 props</vt:lpstr>
      <vt:lpstr>defaultProps</vt:lpstr>
      <vt:lpstr>props.children</vt:lpstr>
      <vt:lpstr>propTypes</vt:lpstr>
      <vt:lpstr>클래스형 컴포넌트 props</vt:lpstr>
      <vt:lpstr>클래스형 컴포넌트 props</vt:lpstr>
      <vt:lpstr>실습.   JSX 실습</vt:lpstr>
      <vt:lpstr>실습.   Props 실습</vt:lpstr>
      <vt:lpstr>State</vt:lpstr>
      <vt:lpstr>state란?</vt:lpstr>
      <vt:lpstr>state vs. props </vt:lpstr>
      <vt:lpstr>클래스형 컴포넌트의 state </vt:lpstr>
      <vt:lpstr>클래스형 컴포넌트의 state </vt:lpstr>
      <vt:lpstr>함수형 컴포넌트의 state</vt:lpstr>
      <vt:lpstr>함수형 컴포넌트의 useState()</vt:lpstr>
      <vt:lpstr>함수형 컴포넌트의 useState()</vt:lpstr>
      <vt:lpstr>함수형 컴포넌트의 useState()</vt:lpstr>
      <vt:lpstr>실습.   State 실습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jae hyeon</cp:lastModifiedBy>
  <cp:revision>123</cp:revision>
  <dcterms:created xsi:type="dcterms:W3CDTF">2022-06-26T11:10:22Z</dcterms:created>
  <dcterms:modified xsi:type="dcterms:W3CDTF">2024-08-04T16:32:29Z</dcterms:modified>
</cp:coreProperties>
</file>