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9"/>
  </p:notesMasterIdLst>
  <p:sldIdLst>
    <p:sldId id="355" r:id="rId2"/>
    <p:sldId id="358" r:id="rId3"/>
    <p:sldId id="323" r:id="rId4"/>
    <p:sldId id="352" r:id="rId5"/>
    <p:sldId id="326" r:id="rId6"/>
    <p:sldId id="327" r:id="rId7"/>
    <p:sldId id="356" r:id="rId8"/>
    <p:sldId id="346" r:id="rId9"/>
    <p:sldId id="336" r:id="rId10"/>
    <p:sldId id="342" r:id="rId11"/>
    <p:sldId id="337" r:id="rId12"/>
    <p:sldId id="338" r:id="rId13"/>
    <p:sldId id="339" r:id="rId14"/>
    <p:sldId id="340" r:id="rId15"/>
    <p:sldId id="349" r:id="rId16"/>
    <p:sldId id="341" r:id="rId17"/>
    <p:sldId id="343" r:id="rId18"/>
    <p:sldId id="361" r:id="rId19"/>
    <p:sldId id="362" r:id="rId20"/>
    <p:sldId id="357" r:id="rId21"/>
    <p:sldId id="331" r:id="rId22"/>
    <p:sldId id="330" r:id="rId23"/>
    <p:sldId id="332" r:id="rId24"/>
    <p:sldId id="333" r:id="rId25"/>
    <p:sldId id="363" r:id="rId26"/>
    <p:sldId id="348" r:id="rId27"/>
    <p:sldId id="354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6" autoAdjust="0"/>
    <p:restoredTop sz="72635" autoAdjust="0"/>
  </p:normalViewPr>
  <p:slideViewPr>
    <p:cSldViewPr snapToGrid="0">
      <p:cViewPr varScale="1">
        <p:scale>
          <a:sx n="42" d="100"/>
          <a:sy n="42" d="100"/>
        </p:scale>
        <p:origin x="78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22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552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웹 개발자가 </a:t>
            </a:r>
            <a:r>
              <a:rPr lang="en-US" altLang="ko-KR" dirty="0" smtClean="0"/>
              <a:t>JS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쉽게 작성할 수 있도록 </a:t>
            </a:r>
            <a:r>
              <a:rPr lang="ko-KR" altLang="en-US" dirty="0" err="1" smtClean="0"/>
              <a:t>설계되어짐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라이브러리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baseline="0" dirty="0" smtClean="0"/>
              <a:t>특정 기능을 수행하기 위해 미리 작성된 코드의 집합</a:t>
            </a:r>
            <a:r>
              <a:rPr lang="en-US" altLang="ko-KR" baseline="0" dirty="0" smtClean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baseline="0" dirty="0" smtClean="0"/>
              <a:t>코드의 </a:t>
            </a:r>
            <a:r>
              <a:rPr lang="ko-KR" altLang="en-US" baseline="0" dirty="0" err="1" smtClean="0"/>
              <a:t>재사용성을</a:t>
            </a:r>
            <a:r>
              <a:rPr lang="ko-KR" altLang="en-US" baseline="0" dirty="0" smtClean="0"/>
              <a:t> 극대화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오류 발생 가능성 </a:t>
            </a:r>
            <a:r>
              <a:rPr lang="ko-KR" altLang="en-US" baseline="0" dirty="0" err="1" smtClean="0"/>
              <a:t>줄여줌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132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baseline="0" dirty="0" smtClean="0"/>
              <a:t>여전히 일부 오래된 브라우저에서도 일관된 동작을 보장하기 위해 </a:t>
            </a:r>
            <a:r>
              <a:rPr lang="en-US" altLang="ko-KR" baseline="0" dirty="0" smtClean="0"/>
              <a:t>jQuery</a:t>
            </a:r>
            <a:r>
              <a:rPr lang="ko-KR" altLang="en-US" baseline="0" dirty="0" smtClean="0"/>
              <a:t>를 사용함</a:t>
            </a:r>
            <a:r>
              <a:rPr lang="en-US" altLang="ko-KR" baseline="0" dirty="0" smtClean="0"/>
              <a:t>.</a:t>
            </a:r>
          </a:p>
          <a:p>
            <a:pPr marL="228600" indent="-228600">
              <a:buAutoNum type="arabicPeriod"/>
            </a:pPr>
            <a:endParaRPr lang="en-US" altLang="ko-KR" baseline="0" dirty="0" smtClean="0"/>
          </a:p>
          <a:p>
            <a:pPr marL="0" indent="0">
              <a:buNone/>
            </a:pPr>
            <a:r>
              <a:rPr lang="en-US" altLang="ko-KR" baseline="0" dirty="0" smtClean="0"/>
              <a:t>2. </a:t>
            </a:r>
            <a:r>
              <a:rPr lang="ko-KR" altLang="en-US" baseline="0" dirty="0" smtClean="0"/>
              <a:t>작은 프로젝트나 웹 페이지에서는 유용함</a:t>
            </a:r>
            <a:r>
              <a:rPr lang="en-US" altLang="ko-KR" baseline="0" dirty="0" smtClean="0"/>
              <a:t>.</a:t>
            </a:r>
          </a:p>
          <a:p>
            <a:pPr marL="0" indent="0">
              <a:buNone/>
            </a:pPr>
            <a:endParaRPr lang="en-US" altLang="ko-KR" baseline="0" dirty="0" smtClean="0"/>
          </a:p>
          <a:p>
            <a:pPr marL="0" indent="0">
              <a:buNone/>
            </a:pPr>
            <a:r>
              <a:rPr lang="en-US" altLang="ko-KR" baseline="0" dirty="0" smtClean="0"/>
              <a:t>3. </a:t>
            </a:r>
            <a:r>
              <a:rPr lang="ko-KR" altLang="en-US" baseline="0" dirty="0" smtClean="0"/>
              <a:t>쉬운 문법 </a:t>
            </a:r>
            <a:r>
              <a:rPr lang="en-US" altLang="ko-KR" baseline="0" dirty="0" smtClean="0"/>
              <a:t>: JS</a:t>
            </a:r>
            <a:r>
              <a:rPr lang="ko-KR" altLang="en-US" baseline="0" dirty="0" smtClean="0"/>
              <a:t>를 더 간결하고 직관적인 문법을 제공하기 때문에 초보자들에게 유용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142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가지 방법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jQuery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라이브러리를 사용하기 위해서는 먼저 </a:t>
            </a:r>
            <a:r>
              <a:rPr lang="en-US" altLang="ko-KR" baseline="0" dirty="0" smtClean="0"/>
              <a:t>jQuery </a:t>
            </a:r>
            <a:r>
              <a:rPr lang="ko-KR" altLang="en-US" baseline="0" dirty="0" smtClean="0"/>
              <a:t>라이브러리 파일을 </a:t>
            </a:r>
            <a:r>
              <a:rPr lang="en-US" altLang="ko-KR" baseline="0" dirty="0" smtClean="0"/>
              <a:t>HTML </a:t>
            </a:r>
            <a:r>
              <a:rPr lang="ko-KR" altLang="en-US" baseline="0" dirty="0" smtClean="0"/>
              <a:t>문서에 </a:t>
            </a:r>
            <a:r>
              <a:rPr lang="ko-KR" altLang="en-US" baseline="0" dirty="0" err="1" smtClean="0"/>
              <a:t>로딩해야</a:t>
            </a:r>
            <a:r>
              <a:rPr lang="ko-KR" altLang="en-US" baseline="0" dirty="0" smtClean="0"/>
              <a:t> 함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pPr marL="228600" indent="-228600">
              <a:buAutoNum type="arabicPeriod"/>
            </a:pPr>
            <a:r>
              <a:rPr lang="en-US" altLang="ko-KR" baseline="0" dirty="0" smtClean="0"/>
              <a:t>jQuery </a:t>
            </a:r>
            <a:r>
              <a:rPr lang="ko-KR" altLang="en-US" baseline="0" dirty="0" smtClean="0"/>
              <a:t>공식 웹사이트에서 다운로드 하거나</a:t>
            </a:r>
            <a:endParaRPr lang="en-US" altLang="ko-KR" baseline="0" dirty="0" smtClean="0"/>
          </a:p>
          <a:p>
            <a:pPr marL="228600" indent="-228600">
              <a:buAutoNum type="arabicPeriod"/>
            </a:pPr>
            <a:endParaRPr lang="en-US" altLang="ko-KR" baseline="0" dirty="0" smtClean="0"/>
          </a:p>
          <a:p>
            <a:pPr marL="228600" indent="-228600">
              <a:buAutoNum type="arabicPeriod"/>
            </a:pPr>
            <a:r>
              <a:rPr lang="en-US" altLang="ko-KR" baseline="0" dirty="0" smtClean="0"/>
              <a:t>CDN</a:t>
            </a:r>
            <a:r>
              <a:rPr lang="ko-KR" altLang="en-US" baseline="0" dirty="0" smtClean="0"/>
              <a:t>에서 제공하는 파일을 사용할 수 있음</a:t>
            </a:r>
            <a:r>
              <a:rPr lang="en-US" altLang="ko-KR" baseline="0" dirty="0" smtClean="0"/>
              <a:t>.</a:t>
            </a:r>
          </a:p>
          <a:p>
            <a:pPr marL="228600" indent="-228600">
              <a:buAutoNum type="arabicPeriod"/>
            </a:pPr>
            <a:endParaRPr lang="en-US" altLang="ko-KR" baseline="0" dirty="0" smtClean="0"/>
          </a:p>
          <a:p>
            <a:pPr marL="228600" indent="-228600">
              <a:buAutoNum type="arabicPeriod"/>
            </a:pPr>
            <a:endParaRPr lang="en-US" altLang="ko-KR" baseline="0" dirty="0" smtClean="0"/>
          </a:p>
          <a:p>
            <a:pPr marL="0" indent="0">
              <a:buNone/>
            </a:pPr>
            <a:r>
              <a:rPr lang="ko-KR" altLang="en-US" baseline="0" dirty="0" smtClean="0"/>
              <a:t>다운로드 하면</a:t>
            </a:r>
            <a:endParaRPr lang="en-US" altLang="ko-KR" baseline="0" dirty="0" smtClean="0"/>
          </a:p>
          <a:p>
            <a:pPr marL="0" indent="0">
              <a:buNone/>
            </a:pPr>
            <a:r>
              <a:rPr lang="en-US" altLang="ko-KR" baseline="0" dirty="0" smtClean="0"/>
              <a:t>-&gt; </a:t>
            </a:r>
            <a:r>
              <a:rPr lang="ko-KR" altLang="en-US" baseline="0" dirty="0" smtClean="0"/>
              <a:t>오프라인 사용 가능 </a:t>
            </a:r>
            <a:r>
              <a:rPr lang="en-US" altLang="ko-KR" baseline="0" dirty="0" smtClean="0"/>
              <a:t>– </a:t>
            </a:r>
            <a:r>
              <a:rPr lang="ko-KR" altLang="en-US" baseline="0" dirty="0" smtClean="0"/>
              <a:t>로컬에 다운로드 받아 사용</a:t>
            </a:r>
            <a:endParaRPr lang="en-US" altLang="ko-KR" baseline="0" dirty="0" smtClean="0"/>
          </a:p>
          <a:p>
            <a:pPr marL="0" indent="0">
              <a:buNone/>
            </a:pPr>
            <a:endParaRPr lang="en-US" altLang="ko-KR" baseline="0" dirty="0" smtClean="0"/>
          </a:p>
          <a:p>
            <a:pPr marL="0" indent="0">
              <a:buNone/>
            </a:pPr>
            <a:r>
              <a:rPr lang="en-US" altLang="ko-KR" baseline="0" dirty="0" smtClean="0"/>
              <a:t>CDN</a:t>
            </a:r>
            <a:r>
              <a:rPr lang="ko-KR" altLang="en-US" baseline="0" dirty="0" smtClean="0"/>
              <a:t>은 인터넷이 연결되어 있어야함</a:t>
            </a:r>
            <a:r>
              <a:rPr lang="en-US" altLang="ko-KR" baseline="0" dirty="0" smtClean="0"/>
              <a:t>.</a:t>
            </a:r>
          </a:p>
          <a:p>
            <a:pPr marL="0" indent="0">
              <a:buNone/>
            </a:pPr>
            <a:endParaRPr lang="en-US" altLang="ko-KR" baseline="0" dirty="0" smtClean="0"/>
          </a:p>
          <a:p>
            <a:pPr marL="0" indent="0">
              <a:buNone/>
            </a:pPr>
            <a:r>
              <a:rPr lang="en-US" altLang="ko-KR" baseline="0" dirty="0" smtClean="0"/>
              <a:t>Uncompressed: </a:t>
            </a:r>
            <a:r>
              <a:rPr lang="ko-KR" altLang="en-US" baseline="0" dirty="0" smtClean="0"/>
              <a:t>원본 파일</a:t>
            </a:r>
            <a:r>
              <a:rPr lang="en-US" altLang="ko-KR" baseline="0" dirty="0" smtClean="0"/>
              <a:t>(</a:t>
            </a:r>
            <a:r>
              <a:rPr lang="ko-KR" altLang="en-US" baseline="0" dirty="0" err="1" smtClean="0"/>
              <a:t>확장자</a:t>
            </a:r>
            <a:r>
              <a:rPr lang="en-US" altLang="ko-KR" baseline="0" dirty="0" smtClean="0"/>
              <a:t>: .</a:t>
            </a:r>
            <a:r>
              <a:rPr lang="en-US" altLang="ko-KR" baseline="0" dirty="0" err="1" smtClean="0"/>
              <a:t>js</a:t>
            </a:r>
            <a:r>
              <a:rPr lang="en-US" altLang="ko-KR" baseline="0" dirty="0" smtClean="0"/>
              <a:t>)</a:t>
            </a:r>
          </a:p>
          <a:p>
            <a:pPr marL="0" indent="0">
              <a:buNone/>
            </a:pPr>
            <a:r>
              <a:rPr lang="en-US" altLang="ko-KR" baseline="0" dirty="0" smtClean="0"/>
              <a:t>Minified: </a:t>
            </a:r>
            <a:r>
              <a:rPr lang="ko-KR" altLang="en-US" baseline="0" dirty="0" smtClean="0"/>
              <a:t>원본을 압축한 파일</a:t>
            </a:r>
            <a:r>
              <a:rPr lang="en-US" altLang="ko-KR" baseline="0" dirty="0" smtClean="0"/>
              <a:t>(</a:t>
            </a:r>
            <a:r>
              <a:rPr lang="ko-KR" altLang="en-US" baseline="0" dirty="0" err="1" smtClean="0"/>
              <a:t>확장자</a:t>
            </a:r>
            <a:r>
              <a:rPr lang="en-US" altLang="ko-KR" baseline="0" dirty="0" smtClean="0"/>
              <a:t> : .min.js</a:t>
            </a:r>
          </a:p>
          <a:p>
            <a:pPr marL="0" indent="0">
              <a:buNone/>
            </a:pPr>
            <a:r>
              <a:rPr lang="en-US" altLang="ko-KR" baseline="0" dirty="0" smtClean="0"/>
              <a:t>Slim: </a:t>
            </a:r>
            <a:r>
              <a:rPr lang="ko-KR" altLang="en-US" baseline="0" dirty="0" smtClean="0"/>
              <a:t>해당 버전에서 </a:t>
            </a:r>
            <a:r>
              <a:rPr lang="ko-KR" altLang="en-US" baseline="0" dirty="0" err="1" smtClean="0"/>
              <a:t>필요없다고</a:t>
            </a:r>
            <a:r>
              <a:rPr lang="ko-KR" altLang="en-US" baseline="0" dirty="0" smtClean="0"/>
              <a:t> 생각하는 라이브러리를 제거한 파일 </a:t>
            </a:r>
            <a:r>
              <a:rPr lang="en-US" altLang="ko-KR" baseline="0" dirty="0" smtClean="0"/>
              <a:t>(.slim.js)</a:t>
            </a:r>
          </a:p>
          <a:p>
            <a:pPr marL="0" indent="0">
              <a:buNone/>
            </a:pPr>
            <a:r>
              <a:rPr lang="en-US" altLang="ko-KR" baseline="0" dirty="0" smtClean="0"/>
              <a:t>Slim minified: slim </a:t>
            </a:r>
            <a:r>
              <a:rPr lang="ko-KR" altLang="en-US" baseline="0" dirty="0" smtClean="0"/>
              <a:t>파일을 압축한 파일</a:t>
            </a:r>
            <a:r>
              <a:rPr lang="en-US" altLang="ko-KR" baseline="0" dirty="0" smtClean="0"/>
              <a:t>(.slim.min.js)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909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$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jQuery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함수</a:t>
            </a:r>
            <a:endParaRPr lang="en-US" altLang="ko-KR" baseline="0" dirty="0" smtClean="0"/>
          </a:p>
          <a:p>
            <a:r>
              <a:rPr lang="en-US" altLang="ko-KR" baseline="0" dirty="0" smtClean="0"/>
              <a:t>$() </a:t>
            </a:r>
            <a:r>
              <a:rPr lang="ko-KR" altLang="en-US" baseline="0" dirty="0" smtClean="0"/>
              <a:t>함수를 호출해서 </a:t>
            </a:r>
            <a:r>
              <a:rPr lang="en-US" altLang="ko-KR" baseline="0" dirty="0" smtClean="0"/>
              <a:t>HTML </a:t>
            </a:r>
            <a:r>
              <a:rPr lang="ko-KR" altLang="en-US" baseline="0" dirty="0" smtClean="0"/>
              <a:t>요소를 선택하고 조작 가능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en-US" altLang="ko-KR" baseline="0" dirty="0" smtClean="0"/>
              <a:t>CSS </a:t>
            </a:r>
            <a:r>
              <a:rPr lang="ko-KR" altLang="en-US" baseline="0" dirty="0" err="1" smtClean="0"/>
              <a:t>선택자를</a:t>
            </a:r>
            <a:r>
              <a:rPr lang="ko-KR" altLang="en-US" baseline="0" dirty="0" smtClean="0"/>
              <a:t> 인자로 받음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282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542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아래와 같은 코드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307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291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아래와 같은 코드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359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686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501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577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097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419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810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805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249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787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5875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3723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412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601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871521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9525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380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281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23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449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982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07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336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74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69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76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leases.jquery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SeSAC</a:t>
            </a:r>
            <a:r>
              <a:rPr lang="en-US" altLang="ko-KR" dirty="0"/>
              <a:t> x </a:t>
            </a:r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36DEA-2253-46C9-AE9F-391209500EBC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29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jQuery </a:t>
            </a:r>
            <a:r>
              <a:rPr lang="ko-KR" altLang="en-US" sz="8000" dirty="0"/>
              <a:t>란</a:t>
            </a:r>
            <a:r>
              <a:rPr lang="en-US" altLang="ko-KR" sz="8000" dirty="0"/>
              <a:t>?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3297378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0E118-13FA-729A-60AF-684E084F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2EB3C-2DB4-4902-8CEB-23EADA054A1B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786A31-D818-35BC-E175-84E0289F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1DA36C-65CF-DE57-B375-6D86D2A7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jQuery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D05DCB7-AD04-98BC-4552-F188A7F03DB7}"/>
              </a:ext>
            </a:extLst>
          </p:cNvPr>
          <p:cNvSpPr txBox="1">
            <a:spLocks/>
          </p:cNvSpPr>
          <p:nvPr/>
        </p:nvSpPr>
        <p:spPr>
          <a:xfrm>
            <a:off x="4097930" y="1901350"/>
            <a:ext cx="7128870" cy="2319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dirty="0" smtClean="0"/>
              <a:t>자바스크립트 </a:t>
            </a:r>
            <a:r>
              <a:rPr lang="ko-KR" altLang="en-US" dirty="0"/>
              <a:t>언어를 간편하게 사용할 수 있도록 단순화시킨 오픈 소스 </a:t>
            </a:r>
            <a:r>
              <a:rPr lang="ko-KR" altLang="en-US" dirty="0" smtClean="0"/>
              <a:t>기반의</a:t>
            </a:r>
            <a:endParaRPr lang="en-US" altLang="ko-KR" dirty="0" smtClean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dirty="0" smtClean="0">
                <a:solidFill>
                  <a:schemeClr val="accent1"/>
                </a:solidFill>
              </a:rPr>
              <a:t>자바스크립트  라이브러리</a:t>
            </a:r>
            <a:endParaRPr lang="en-US" altLang="ko-KR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JQuery 시작하기">
            <a:extLst>
              <a:ext uri="{FF2B5EF4-FFF2-40B4-BE49-F238E27FC236}">
                <a16:creationId xmlns:a16="http://schemas.microsoft.com/office/drawing/2014/main" id="{12ABC4C1-7979-E377-436C-23E04F740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90" y="1767951"/>
            <a:ext cx="3037890" cy="303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66AA8F6-BAFA-629C-9744-AD3166EB5DFD}"/>
              </a:ext>
            </a:extLst>
          </p:cNvPr>
          <p:cNvSpPr/>
          <p:nvPr/>
        </p:nvSpPr>
        <p:spPr>
          <a:xfrm>
            <a:off x="4097930" y="4024783"/>
            <a:ext cx="6958309" cy="1325563"/>
          </a:xfrm>
          <a:prstGeom prst="roundRect">
            <a:avLst/>
          </a:prstGeom>
          <a:ln w="28575">
            <a:solidFill>
              <a:srgbClr val="6EC17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accent1"/>
                </a:solidFill>
              </a:rPr>
              <a:t>라이브러리</a:t>
            </a:r>
            <a:r>
              <a:rPr lang="ko-KR" altLang="en-US" sz="2400" dirty="0"/>
              <a:t>란</a:t>
            </a:r>
            <a:r>
              <a:rPr lang="en-US" altLang="ko-KR" sz="2400" dirty="0"/>
              <a:t>? </a:t>
            </a:r>
          </a:p>
          <a:p>
            <a:pPr algn="ctr"/>
            <a:r>
              <a:rPr lang="ko-KR" altLang="en-US" dirty="0"/>
              <a:t>자주 사용하는 기능들을 모아두었다가 필요할 때 </a:t>
            </a:r>
            <a:endParaRPr lang="en-US" altLang="ko-KR" dirty="0"/>
          </a:p>
          <a:p>
            <a:pPr algn="ctr"/>
            <a:r>
              <a:rPr lang="ko-KR" altLang="en-US" dirty="0"/>
              <a:t>가져다 쓸 수 있도록 한 자원들의 묶음</a:t>
            </a:r>
          </a:p>
        </p:txBody>
      </p:sp>
    </p:spTree>
    <p:extLst>
      <p:ext uri="{BB962C8B-B14F-4D97-AF65-F5344CB8AC3E}">
        <p14:creationId xmlns:p14="http://schemas.microsoft.com/office/powerpoint/2010/main" val="1208983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D6AEEE-FC9F-73F2-C957-9A16000E7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267" cy="4351338"/>
          </a:xfrm>
        </p:spPr>
        <p:txBody>
          <a:bodyPr/>
          <a:lstStyle/>
          <a:p>
            <a:r>
              <a:rPr lang="ko-KR" altLang="en-US" dirty="0"/>
              <a:t>주요 웹 브라우저의 구버전을 포함한 대부분의 브라우저에서 지원 가능</a:t>
            </a:r>
            <a:endParaRPr lang="en-US" altLang="ko-KR" dirty="0"/>
          </a:p>
          <a:p>
            <a:r>
              <a:rPr lang="en-US" altLang="ko-KR" dirty="0"/>
              <a:t>HTML DOM</a:t>
            </a:r>
            <a:r>
              <a:rPr lang="ko-KR" altLang="en-US" dirty="0"/>
              <a:t>를 </a:t>
            </a:r>
            <a:r>
              <a:rPr lang="ko-KR" altLang="en-US" dirty="0">
                <a:solidFill>
                  <a:schemeClr val="accent1"/>
                </a:solidFill>
              </a:rPr>
              <a:t>손쉽게 조작 </a:t>
            </a:r>
            <a:r>
              <a:rPr lang="ko-KR" altLang="en-US" dirty="0"/>
              <a:t>가능하며</a:t>
            </a:r>
            <a:r>
              <a:rPr lang="en-US" altLang="ko-KR" dirty="0"/>
              <a:t>, CSS</a:t>
            </a:r>
            <a:r>
              <a:rPr lang="ko-KR" altLang="en-US" dirty="0"/>
              <a:t> 스타일도 간단히 적용 가능</a:t>
            </a:r>
            <a:endParaRPr lang="en-US" altLang="ko-KR" dirty="0"/>
          </a:p>
          <a:p>
            <a:r>
              <a:rPr lang="ko-KR" altLang="en-US" dirty="0" err="1"/>
              <a:t>애니매이션</a:t>
            </a:r>
            <a:r>
              <a:rPr lang="ko-KR" altLang="en-US" dirty="0"/>
              <a:t> 효과나 대화형 처리를 간단하게 적용</a:t>
            </a:r>
            <a:endParaRPr lang="en-US" altLang="ko-KR" dirty="0"/>
          </a:p>
          <a:p>
            <a:r>
              <a:rPr lang="ko-KR" altLang="en-US" dirty="0"/>
              <a:t>같은 동작을 하더라도 </a:t>
            </a:r>
            <a:r>
              <a:rPr lang="ko-KR" altLang="en-US" dirty="0">
                <a:solidFill>
                  <a:schemeClr val="accent1"/>
                </a:solidFill>
              </a:rPr>
              <a:t>더욱 짧게 구현 </a:t>
            </a:r>
            <a:r>
              <a:rPr lang="ko-KR" altLang="en-US" dirty="0"/>
              <a:t>가능</a:t>
            </a:r>
            <a:endParaRPr lang="en-US" altLang="ko-KR" dirty="0"/>
          </a:p>
          <a:p>
            <a:r>
              <a:rPr lang="ko-KR" altLang="en-US" dirty="0"/>
              <a:t>오픈 라이선스를 적용해 누구나 자유롭게 이용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21C12-01C8-2680-C97E-DC639A22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74E781-D543-49B8-9768-38E55ECCDF25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F91E01-FFEB-0525-B6D5-2AE4E836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DC0481-1963-4297-B79D-1E16C966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jQuery </a:t>
            </a:r>
            <a:r>
              <a:rPr lang="ko-KR" altLang="en-US" dirty="0"/>
              <a:t>장점</a:t>
            </a:r>
          </a:p>
        </p:txBody>
      </p:sp>
    </p:spTree>
    <p:extLst>
      <p:ext uri="{BB962C8B-B14F-4D97-AF65-F5344CB8AC3E}">
        <p14:creationId xmlns:p14="http://schemas.microsoft.com/office/powerpoint/2010/main" val="37164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D6AEEE-FC9F-73F2-C957-9A16000E7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738"/>
            <a:ext cx="10515600" cy="4430225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파일 다운로드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en-US" altLang="ko-KR" dirty="0"/>
              <a:t>CDN( Content</a:t>
            </a:r>
            <a:r>
              <a:rPr lang="ko-KR" altLang="en-US" dirty="0"/>
              <a:t> </a:t>
            </a:r>
            <a:r>
              <a:rPr lang="en-US" altLang="ko-KR" dirty="0"/>
              <a:t>Delivery</a:t>
            </a:r>
            <a:r>
              <a:rPr lang="ko-KR" altLang="en-US" dirty="0"/>
              <a:t> </a:t>
            </a:r>
            <a:r>
              <a:rPr lang="en-US" altLang="ko-KR" dirty="0"/>
              <a:t>Network</a:t>
            </a:r>
            <a:r>
              <a:rPr lang="ko-KR" altLang="en-US" dirty="0"/>
              <a:t> </a:t>
            </a:r>
            <a:r>
              <a:rPr lang="en-US" altLang="ko-KR" dirty="0"/>
              <a:t>) </a:t>
            </a:r>
            <a:r>
              <a:rPr lang="ko-KR" altLang="en-US" dirty="0"/>
              <a:t>사용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21C12-01C8-2680-C97E-DC639A22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4EC9A-C0FC-44E4-8202-3BDB78C497F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F91E01-FFEB-0525-B6D5-2AE4E836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DC0481-1963-4297-B79D-1E16C966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jQuery </a:t>
            </a:r>
            <a:r>
              <a:rPr lang="ko-KR" altLang="en-US" dirty="0"/>
              <a:t>사용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71F56-E6B9-8CB4-785E-26237B946832}"/>
              </a:ext>
            </a:extLst>
          </p:cNvPr>
          <p:cNvSpPr txBox="1"/>
          <p:nvPr/>
        </p:nvSpPr>
        <p:spPr>
          <a:xfrm>
            <a:off x="2861695" y="2959217"/>
            <a:ext cx="61441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>
                <a:hlinkClick r:id="rId3"/>
              </a:rPr>
              <a:t>https://releases.jquery.com/</a:t>
            </a:r>
            <a:r>
              <a:rPr lang="ko-KR" altLang="en-US" sz="2800" dirty="0"/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61C630-1163-2301-CE8D-9F6B9595D9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9" t="2535" r="1244" b="4808"/>
          <a:stretch/>
        </p:blipFill>
        <p:spPr>
          <a:xfrm>
            <a:off x="2161608" y="3647385"/>
            <a:ext cx="7868784" cy="224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5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D6AEEE-FC9F-73F2-C957-9A16000E7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378" y="3697401"/>
            <a:ext cx="7185244" cy="737978"/>
          </a:xfrm>
        </p:spPr>
        <p:txBody>
          <a:bodyPr anchor="ctr">
            <a:normAutofit fontScale="92500"/>
          </a:bodyPr>
          <a:lstStyle/>
          <a:p>
            <a:pPr marL="0" indent="0" algn="ctr">
              <a:buNone/>
            </a:pPr>
            <a:r>
              <a:rPr lang="en-US" altLang="ko-KR" dirty="0">
                <a:solidFill>
                  <a:schemeClr val="accent1"/>
                </a:solidFill>
              </a:rPr>
              <a:t>$</a:t>
            </a:r>
            <a:r>
              <a:rPr lang="en-US" altLang="ko-KR" dirty="0"/>
              <a:t> </a:t>
            </a:r>
            <a:r>
              <a:rPr lang="ko-KR" altLang="en-US" dirty="0"/>
              <a:t>는 </a:t>
            </a:r>
            <a:r>
              <a:rPr lang="en-US" altLang="ko-KR" dirty="0"/>
              <a:t>jQuery() </a:t>
            </a:r>
            <a:r>
              <a:rPr lang="ko-KR" altLang="en-US" dirty="0"/>
              <a:t>함수의 축약 형태로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chemeClr val="accent1"/>
                </a:solidFill>
              </a:rPr>
              <a:t>식별자 역할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21C12-01C8-2680-C97E-DC639A22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B3F7D-C226-4E65-A67E-33338BA95881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F91E01-FFEB-0525-B6D5-2AE4E836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5DC0481-1963-4297-B79D-1E16C966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jQuery </a:t>
            </a:r>
            <a:r>
              <a:rPr lang="ko-KR" altLang="en-US" dirty="0"/>
              <a:t>기초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095EF09-F70C-E112-61EE-94D926008D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858"/>
          <a:stretch/>
        </p:blipFill>
        <p:spPr>
          <a:xfrm>
            <a:off x="2170504" y="2260279"/>
            <a:ext cx="7850991" cy="125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016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jQuery </a:t>
            </a:r>
            <a:r>
              <a:rPr lang="ko-KR" altLang="en-US" sz="8000" dirty="0"/>
              <a:t>메서드</a:t>
            </a:r>
          </a:p>
        </p:txBody>
      </p:sp>
    </p:spTree>
    <p:extLst>
      <p:ext uri="{BB962C8B-B14F-4D97-AF65-F5344CB8AC3E}">
        <p14:creationId xmlns:p14="http://schemas.microsoft.com/office/powerpoint/2010/main" val="1842185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42813-7E2A-E6B1-E4A3-8386DA69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911"/>
            <a:ext cx="10515600" cy="4351338"/>
          </a:xfrm>
        </p:spPr>
        <p:txBody>
          <a:bodyPr/>
          <a:lstStyle/>
          <a:p>
            <a:r>
              <a:rPr lang="en-US" altLang="ko-KR" dirty="0"/>
              <a:t>$(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</a:t>
            </a:r>
            <a:r>
              <a:rPr lang="en-US" altLang="ko-KR" dirty="0" err="1"/>
              <a:t>val</a:t>
            </a:r>
            <a:r>
              <a:rPr lang="en-US" altLang="ko-KR" dirty="0"/>
              <a:t>();</a:t>
            </a:r>
          </a:p>
          <a:p>
            <a:pPr lvl="1"/>
            <a:r>
              <a:rPr lang="en-US" altLang="ko-KR" dirty="0"/>
              <a:t>Input </a:t>
            </a:r>
            <a:r>
              <a:rPr lang="ko-KR" altLang="en-US" dirty="0"/>
              <a:t>과 같은 </a:t>
            </a:r>
            <a:r>
              <a:rPr lang="en-US" altLang="ko-KR" dirty="0"/>
              <a:t>value</a:t>
            </a:r>
            <a:r>
              <a:rPr lang="ko-KR" altLang="en-US" dirty="0"/>
              <a:t> 값을 가져올 수 있다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$(</a:t>
            </a:r>
            <a:r>
              <a:rPr lang="ko-KR" altLang="en-US" dirty="0" err="1"/>
              <a:t>선택자</a:t>
            </a:r>
            <a:r>
              <a:rPr lang="en-US" altLang="ko-KR" dirty="0"/>
              <a:t>).</a:t>
            </a:r>
            <a:r>
              <a:rPr lang="en-US" altLang="ko-KR" dirty="0" err="1"/>
              <a:t>val</a:t>
            </a:r>
            <a:r>
              <a:rPr lang="en-US" altLang="ko-KR" dirty="0"/>
              <a:t>(“</a:t>
            </a:r>
            <a:r>
              <a:rPr lang="ko-KR" altLang="en-US" dirty="0"/>
              <a:t>설정할 값</a:t>
            </a:r>
            <a:r>
              <a:rPr lang="en-US" altLang="ko-KR" dirty="0"/>
              <a:t>“);</a:t>
            </a:r>
          </a:p>
          <a:p>
            <a:pPr lvl="1"/>
            <a:r>
              <a:rPr lang="en-US" altLang="ko-KR" dirty="0"/>
              <a:t>Input</a:t>
            </a:r>
            <a:r>
              <a:rPr lang="ko-KR" altLang="en-US" dirty="0"/>
              <a:t> 과 같은 곳에 </a:t>
            </a:r>
            <a:r>
              <a:rPr lang="en-US" altLang="ko-KR" dirty="0"/>
              <a:t>value </a:t>
            </a:r>
            <a:r>
              <a:rPr lang="ko-KR" altLang="en-US" dirty="0"/>
              <a:t>값을 설정할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A6F4A-A286-EB4D-1D8D-CA8BB440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C422-86DE-4512-A854-5A7135FC037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DB99A2-8CAA-236F-0A83-0E0CEFBF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EF9101-B446-F4BD-4FAE-826107A1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 가져오기 </a:t>
            </a:r>
            <a:r>
              <a:rPr lang="en-US" altLang="ko-KR" dirty="0"/>
              <a:t>&amp; </a:t>
            </a:r>
            <a:r>
              <a:rPr lang="ko-KR" altLang="en-US" dirty="0"/>
              <a:t>설정하기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17ACE6-2527-1491-426F-7C9A65076F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58" r="3014" b="12825"/>
          <a:stretch/>
        </p:blipFill>
        <p:spPr>
          <a:xfrm>
            <a:off x="1371600" y="2555081"/>
            <a:ext cx="6729046" cy="55006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4DD635B-47F4-222E-46CE-5FBBBCCD72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704" r="11135" b="25404"/>
          <a:stretch/>
        </p:blipFill>
        <p:spPr>
          <a:xfrm>
            <a:off x="1371600" y="4736935"/>
            <a:ext cx="6524625" cy="54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908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42813-7E2A-E6B1-E4A3-8386DA69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039456"/>
          </a:xfrm>
        </p:spPr>
        <p:txBody>
          <a:bodyPr/>
          <a:lstStyle/>
          <a:p>
            <a:r>
              <a:rPr lang="en-US" altLang="ko-KR" dirty="0"/>
              <a:t>$(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</a:t>
            </a:r>
            <a:r>
              <a:rPr lang="en-US" altLang="ko-KR" dirty="0" err="1"/>
              <a:t>css</a:t>
            </a:r>
            <a:r>
              <a:rPr lang="en-US" altLang="ko-KR" dirty="0"/>
              <a:t>( “</a:t>
            </a:r>
            <a:r>
              <a:rPr lang="ko-KR" altLang="en-US" dirty="0"/>
              <a:t>속성</a:t>
            </a:r>
            <a:r>
              <a:rPr lang="en-US" altLang="ko-KR" dirty="0"/>
              <a:t>” , “</a:t>
            </a:r>
            <a:r>
              <a:rPr lang="ko-KR" altLang="en-US" dirty="0"/>
              <a:t>속성값</a:t>
            </a:r>
            <a:r>
              <a:rPr lang="en-US" altLang="ko-KR" dirty="0"/>
              <a:t>” );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A6F4A-A286-EB4D-1D8D-CA8BB440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5D1A5-F806-425A-9DBA-FFEFBD49271E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DB99A2-8CAA-236F-0A83-0E0CEFBF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EF9101-B446-F4BD-4FAE-826107A1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Style </a:t>
            </a:r>
            <a:r>
              <a:rPr lang="ko-KR" altLang="en-US" dirty="0"/>
              <a:t>변경하기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BD900B-DEDB-2BFB-251B-EEC00F0DBD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950"/>
          <a:stretch/>
        </p:blipFill>
        <p:spPr>
          <a:xfrm>
            <a:off x="1348579" y="2297280"/>
            <a:ext cx="6470713" cy="9378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CB75878-1D0D-3306-4A8F-3707BFA73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579" y="3429000"/>
            <a:ext cx="8482302" cy="92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76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42813-7E2A-E6B1-E4A3-8386DA69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2953"/>
            <a:ext cx="10515600" cy="3951715"/>
          </a:xfrm>
        </p:spPr>
        <p:txBody>
          <a:bodyPr/>
          <a:lstStyle/>
          <a:p>
            <a:r>
              <a:rPr lang="en-US" altLang="ko-KR" dirty="0"/>
              <a:t>$(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</a:t>
            </a:r>
            <a:r>
              <a:rPr lang="en-US" altLang="ko-KR" dirty="0" err="1"/>
              <a:t>attr</a:t>
            </a:r>
            <a:r>
              <a:rPr lang="en-US" altLang="ko-KR" dirty="0"/>
              <a:t>( “</a:t>
            </a:r>
            <a:r>
              <a:rPr lang="ko-KR" altLang="en-US" dirty="0"/>
              <a:t>속성</a:t>
            </a:r>
            <a:r>
              <a:rPr lang="en-US" altLang="ko-KR" dirty="0"/>
              <a:t>”, “</a:t>
            </a:r>
            <a:r>
              <a:rPr lang="ko-KR" altLang="en-US" dirty="0"/>
              <a:t>속성값</a:t>
            </a:r>
            <a:r>
              <a:rPr lang="en-US" altLang="ko-KR" dirty="0"/>
              <a:t>” );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A6F4A-A286-EB4D-1D8D-CA8BB440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36C01-29C8-4356-867C-858C0299D4BA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DB99A2-8CAA-236F-0A83-0E0CEFBF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EF9101-B446-F4BD-4FAE-826107A1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속성</a:t>
            </a:r>
            <a:r>
              <a:rPr lang="en-US" altLang="ko-KR" dirty="0"/>
              <a:t> </a:t>
            </a:r>
            <a:r>
              <a:rPr lang="ko-KR" altLang="en-US" dirty="0"/>
              <a:t>변경하기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3AAEE4B-5FE6-4AD5-ACD4-FBAAFA5101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501"/>
          <a:stretch/>
        </p:blipFill>
        <p:spPr>
          <a:xfrm>
            <a:off x="1127787" y="2317508"/>
            <a:ext cx="9188522" cy="77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85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42813-7E2A-E6B1-E4A3-8386DA69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799"/>
            <a:ext cx="10515600" cy="3775869"/>
          </a:xfrm>
        </p:spPr>
        <p:txBody>
          <a:bodyPr/>
          <a:lstStyle/>
          <a:p>
            <a:r>
              <a:rPr lang="en-US" altLang="ko-KR" dirty="0"/>
              <a:t>$(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).text( “</a:t>
            </a:r>
            <a:r>
              <a:rPr lang="ko-KR" altLang="en-US" dirty="0"/>
              <a:t>글자</a:t>
            </a:r>
            <a:r>
              <a:rPr lang="en-US" altLang="ko-KR" dirty="0"/>
              <a:t>” );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A6F4A-A286-EB4D-1D8D-CA8BB440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A684-92AA-4621-B0CF-14638871D68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DB99A2-8CAA-236F-0A83-0E0CEFBF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EF9101-B446-F4BD-4FAE-826107A1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Text </a:t>
            </a:r>
            <a:r>
              <a:rPr lang="ko-KR" altLang="en-US" dirty="0"/>
              <a:t>변경하기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E6E7EA-D4BA-5005-4D68-ED37DBBAD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690" y="2641547"/>
            <a:ext cx="8921150" cy="60046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88045A0-1B00-D6D1-53A8-672B7095AC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78"/>
          <a:stretch/>
        </p:blipFill>
        <p:spPr>
          <a:xfrm>
            <a:off x="1189690" y="3489040"/>
            <a:ext cx="8921150" cy="103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60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42813-7E2A-E6B1-E4A3-8386DA69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039456"/>
          </a:xfrm>
        </p:spPr>
        <p:txBody>
          <a:bodyPr/>
          <a:lstStyle/>
          <a:p>
            <a:r>
              <a:rPr lang="en-US" altLang="ko-KR" dirty="0"/>
              <a:t>$(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).html( html );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A6F4A-A286-EB4D-1D8D-CA8BB440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6ECB9-F333-460B-8243-B140B099B856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DB99A2-8CAA-236F-0A83-0E0CEFBF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EF9101-B446-F4BD-4FAE-826107A1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변경하기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FD7BE1D-3147-003F-8E6B-BB4EA7D1CB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66"/>
          <a:stretch/>
        </p:blipFill>
        <p:spPr>
          <a:xfrm>
            <a:off x="1371602" y="3489331"/>
            <a:ext cx="8159262" cy="103256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1C47D65-6FB4-3D08-303C-3DCE8F106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1" y="2440257"/>
            <a:ext cx="8159262" cy="75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29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42813-7E2A-E6B1-E4A3-8386DA69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6399"/>
            <a:ext cx="10515600" cy="3928269"/>
          </a:xfrm>
        </p:spPr>
        <p:txBody>
          <a:bodyPr/>
          <a:lstStyle/>
          <a:p>
            <a:r>
              <a:rPr lang="ko-KR" altLang="en-US" dirty="0"/>
              <a:t>선택된 요소의 자식 요소 중 마지막으로 추가</a:t>
            </a:r>
            <a:endParaRPr lang="en-US" altLang="ko-KR" dirty="0"/>
          </a:p>
          <a:p>
            <a:r>
              <a:rPr lang="en-US" altLang="ko-KR" dirty="0"/>
              <a:t>$(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).append( </a:t>
            </a:r>
            <a:r>
              <a:rPr lang="ko-KR" altLang="en-US" dirty="0"/>
              <a:t>요소 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A6F4A-A286-EB4D-1D8D-CA8BB440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4A3CF-B251-4174-95CC-E05481A1D315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DB99A2-8CAA-236F-0A83-0E0CEFBF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EF9101-B446-F4BD-4FAE-826107A1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요소 추가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2823A46-94FB-B8D3-81AA-44A4470AF0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10"/>
          <a:stretch/>
        </p:blipFill>
        <p:spPr>
          <a:xfrm>
            <a:off x="1168400" y="4335643"/>
            <a:ext cx="5092972" cy="10154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A83CEF9-3DC3-B20A-6314-B3CF43390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3015819"/>
            <a:ext cx="5092972" cy="105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07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42813-7E2A-E6B1-E4A3-8386DA69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0185"/>
            <a:ext cx="10515600" cy="4346410"/>
          </a:xfrm>
        </p:spPr>
        <p:txBody>
          <a:bodyPr>
            <a:normAutofit/>
          </a:bodyPr>
          <a:lstStyle/>
          <a:p>
            <a:r>
              <a:rPr lang="en-US" altLang="ko-KR" dirty="0"/>
              <a:t>$(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).prepend( </a:t>
            </a:r>
            <a:r>
              <a:rPr lang="ko-KR" altLang="en-US" dirty="0"/>
              <a:t>요소 </a:t>
            </a:r>
            <a:r>
              <a:rPr lang="en-US" altLang="ko-KR" dirty="0"/>
              <a:t>);</a:t>
            </a:r>
          </a:p>
          <a:p>
            <a:pPr lvl="1"/>
            <a:r>
              <a:rPr lang="ko-KR" altLang="en-US" dirty="0"/>
              <a:t>선택된 요소의 자식 요소 중 첫번째로 추가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$(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).before( </a:t>
            </a:r>
            <a:r>
              <a:rPr lang="ko-KR" altLang="en-US" dirty="0"/>
              <a:t>요소 </a:t>
            </a:r>
            <a:r>
              <a:rPr lang="en-US" altLang="ko-KR" dirty="0"/>
              <a:t>);</a:t>
            </a:r>
          </a:p>
          <a:p>
            <a:pPr lvl="1"/>
            <a:r>
              <a:rPr lang="ko-KR" altLang="en-US" dirty="0"/>
              <a:t>선택된 요소의 형제 요소로 이전 형제로 추가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$(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).after( </a:t>
            </a:r>
            <a:r>
              <a:rPr lang="ko-KR" altLang="en-US" dirty="0"/>
              <a:t>요소 </a:t>
            </a:r>
            <a:r>
              <a:rPr lang="en-US" altLang="ko-KR" dirty="0"/>
              <a:t>);</a:t>
            </a:r>
          </a:p>
          <a:p>
            <a:pPr lvl="1"/>
            <a:r>
              <a:rPr lang="ko-KR" altLang="en-US" dirty="0"/>
              <a:t>선택된 요소의 형제 요소로 다음 형제로 추가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A6F4A-A286-EB4D-1D8D-CA8BB440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DB70-0F68-4734-AC35-81B3119E5791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DB99A2-8CAA-236F-0A83-0E0CEFBF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EF9101-B446-F4BD-4FAE-826107A1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요소 추가</a:t>
            </a:r>
          </a:p>
        </p:txBody>
      </p:sp>
    </p:spTree>
    <p:extLst>
      <p:ext uri="{BB962C8B-B14F-4D97-AF65-F5344CB8AC3E}">
        <p14:creationId xmlns:p14="http://schemas.microsoft.com/office/powerpoint/2010/main" val="726933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79CBAF0-84FE-5884-36E7-439D6034D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833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$(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).remove();</a:t>
            </a:r>
          </a:p>
          <a:p>
            <a:pPr lvl="1"/>
            <a:r>
              <a:rPr lang="ko-KR" altLang="en-US" dirty="0"/>
              <a:t>선택한 요소를 </a:t>
            </a:r>
            <a:r>
              <a:rPr lang="en-US" altLang="ko-KR" dirty="0"/>
              <a:t>DOM </a:t>
            </a:r>
            <a:r>
              <a:rPr lang="ko-KR" altLang="en-US" dirty="0"/>
              <a:t>트리에서 삭제</a:t>
            </a:r>
            <a:endParaRPr lang="en-US" altLang="ko-KR" dirty="0"/>
          </a:p>
          <a:p>
            <a:pPr lvl="1"/>
            <a:r>
              <a:rPr lang="ko-KR" altLang="en-US" dirty="0"/>
              <a:t>인자로 선택자를 넘겨주면</a:t>
            </a:r>
            <a:r>
              <a:rPr lang="en-US" altLang="ko-KR" dirty="0"/>
              <a:t>, </a:t>
            </a:r>
            <a:r>
              <a:rPr lang="ko-KR" altLang="en-US" dirty="0"/>
              <a:t>선택한 요소 중 조건을 만족하는 요소만 삭제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$(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).empty();</a:t>
            </a:r>
          </a:p>
          <a:p>
            <a:pPr lvl="1"/>
            <a:r>
              <a:rPr lang="ko-KR" altLang="en-US" dirty="0"/>
              <a:t>선택한 요소의 자식 요소를 모두 삭제</a:t>
            </a:r>
            <a:endParaRPr lang="en-US" altLang="ko-KR" dirty="0"/>
          </a:p>
          <a:p>
            <a:pPr lvl="1"/>
            <a:r>
              <a:rPr lang="ko-KR" altLang="en-US" dirty="0"/>
              <a:t>선택된 요소는 남아 있고 그 안이 다 비워진다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5CCEA7-16E9-9E67-1115-038DE0B8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2BB2CA8-B8C6-46E7-AADF-463A9ACC40B2}" type="datetime6">
              <a:rPr lang="ko-KR" altLang="en-US" smtClean="0"/>
              <a:pPr/>
              <a:t>2024년 6월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25C17A-888D-399E-6B03-AE089A07E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9FED357E-617A-86E4-8AA9-89C1FB88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요소 삭제</a:t>
            </a:r>
          </a:p>
        </p:txBody>
      </p:sp>
    </p:spTree>
    <p:extLst>
      <p:ext uri="{BB962C8B-B14F-4D97-AF65-F5344CB8AC3E}">
        <p14:creationId xmlns:p14="http://schemas.microsoft.com/office/powerpoint/2010/main" val="43817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42813-7E2A-E6B1-E4A3-8386DA69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751" y="1395046"/>
            <a:ext cx="10515600" cy="5267229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$(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선택자</a:t>
            </a:r>
            <a:r>
              <a:rPr lang="ko-KR" altLang="en-US" sz="2400" dirty="0"/>
              <a:t> </a:t>
            </a:r>
            <a:r>
              <a:rPr lang="en-US" altLang="ko-KR" sz="2400" dirty="0"/>
              <a:t>).parent().</a:t>
            </a:r>
            <a:r>
              <a:rPr lang="ko-KR" altLang="en-US" sz="2400" dirty="0"/>
              <a:t>함수</a:t>
            </a:r>
            <a:r>
              <a:rPr lang="en-US" altLang="ko-KR" sz="2400" dirty="0"/>
              <a:t>()</a:t>
            </a:r>
          </a:p>
          <a:p>
            <a:pPr lvl="1"/>
            <a:r>
              <a:rPr lang="ko-KR" altLang="en-US" sz="2000" dirty="0"/>
              <a:t>바로 위에 존재하는 하나의 부모 요소 선택</a:t>
            </a:r>
            <a:endParaRPr lang="en-US" altLang="ko-KR" sz="2000" dirty="0"/>
          </a:p>
          <a:p>
            <a:pPr lvl="1"/>
            <a:endParaRPr lang="en-US" altLang="ko-KR" sz="1200" dirty="0"/>
          </a:p>
          <a:p>
            <a:r>
              <a:rPr lang="en-US" altLang="ko-KR" sz="2400" dirty="0"/>
              <a:t>$(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선택자</a:t>
            </a:r>
            <a:r>
              <a:rPr lang="ko-KR" altLang="en-US" sz="2400" dirty="0"/>
              <a:t> </a:t>
            </a:r>
            <a:r>
              <a:rPr lang="en-US" altLang="ko-KR" sz="2400" dirty="0"/>
              <a:t>).parents().</a:t>
            </a:r>
            <a:r>
              <a:rPr lang="ko-KR" altLang="en-US" sz="2400" dirty="0"/>
              <a:t>함수</a:t>
            </a:r>
            <a:r>
              <a:rPr lang="en-US" altLang="ko-KR" sz="2400" dirty="0"/>
              <a:t>()</a:t>
            </a:r>
          </a:p>
          <a:p>
            <a:pPr lvl="1"/>
            <a:r>
              <a:rPr lang="ko-KR" altLang="en-US" sz="2000" dirty="0"/>
              <a:t>바로 위 </a:t>
            </a:r>
            <a:r>
              <a:rPr lang="ko-KR" altLang="en-US" sz="2000" dirty="0" err="1"/>
              <a:t>부모뿐만</a:t>
            </a:r>
            <a:r>
              <a:rPr lang="ko-KR" altLang="en-US" sz="2000" dirty="0"/>
              <a:t> 아니라 부모의 부모</a:t>
            </a:r>
            <a:r>
              <a:rPr lang="en-US" altLang="ko-KR" sz="2000" dirty="0"/>
              <a:t>, </a:t>
            </a:r>
            <a:r>
              <a:rPr lang="ko-KR" altLang="en-US" sz="2000" dirty="0"/>
              <a:t>모든 조상을 선택</a:t>
            </a:r>
            <a:endParaRPr lang="en-US" altLang="ko-KR" sz="2000" dirty="0"/>
          </a:p>
          <a:p>
            <a:pPr lvl="1"/>
            <a:endParaRPr lang="en-US" altLang="ko-KR" sz="1200" dirty="0"/>
          </a:p>
          <a:p>
            <a:r>
              <a:rPr lang="en-US" altLang="ko-KR" sz="2400" dirty="0"/>
              <a:t>$( </a:t>
            </a:r>
            <a:r>
              <a:rPr lang="ko-KR" altLang="en-US" sz="2400" dirty="0" err="1"/>
              <a:t>선택자</a:t>
            </a:r>
            <a:r>
              <a:rPr lang="ko-KR" altLang="en-US" sz="2400" dirty="0"/>
              <a:t> </a:t>
            </a:r>
            <a:r>
              <a:rPr lang="en-US" altLang="ko-KR" sz="2400" dirty="0"/>
              <a:t>).next().</a:t>
            </a:r>
            <a:r>
              <a:rPr lang="ko-KR" altLang="en-US" sz="2400" dirty="0"/>
              <a:t>함수</a:t>
            </a:r>
            <a:r>
              <a:rPr lang="en-US" altLang="ko-KR" sz="2400" dirty="0"/>
              <a:t>()</a:t>
            </a:r>
          </a:p>
          <a:p>
            <a:pPr lvl="1"/>
            <a:r>
              <a:rPr lang="ko-KR" altLang="en-US" sz="2000" dirty="0"/>
              <a:t>선택된 요소 바로 다음에 위치한 형제 요소 선택</a:t>
            </a:r>
            <a:endParaRPr lang="en-US" altLang="ko-KR" sz="2000" dirty="0"/>
          </a:p>
          <a:p>
            <a:pPr marL="457200" lvl="1" indent="0">
              <a:buNone/>
            </a:pPr>
            <a:endParaRPr lang="en-US" altLang="ko-KR" sz="1200" dirty="0"/>
          </a:p>
          <a:p>
            <a:r>
              <a:rPr lang="en-US" altLang="ko-KR" sz="2400" dirty="0"/>
              <a:t>$( </a:t>
            </a:r>
            <a:r>
              <a:rPr lang="ko-KR" altLang="en-US" sz="2400" dirty="0" err="1"/>
              <a:t>선택자</a:t>
            </a:r>
            <a:r>
              <a:rPr lang="ko-KR" altLang="en-US" sz="2400" dirty="0"/>
              <a:t> </a:t>
            </a:r>
            <a:r>
              <a:rPr lang="en-US" altLang="ko-KR" sz="2400" dirty="0"/>
              <a:t>).</a:t>
            </a:r>
            <a:r>
              <a:rPr lang="en-US" altLang="ko-KR" sz="2400" dirty="0" err="1"/>
              <a:t>prev</a:t>
            </a:r>
            <a:r>
              <a:rPr lang="en-US" altLang="ko-KR" sz="2400" dirty="0"/>
              <a:t>().</a:t>
            </a:r>
            <a:r>
              <a:rPr lang="ko-KR" altLang="en-US" sz="2400" dirty="0"/>
              <a:t>함수</a:t>
            </a:r>
            <a:r>
              <a:rPr lang="en-US" altLang="ko-KR" sz="2400" dirty="0"/>
              <a:t>()</a:t>
            </a:r>
          </a:p>
          <a:p>
            <a:pPr lvl="1"/>
            <a:r>
              <a:rPr lang="ko-KR" altLang="en-US" sz="2000" dirty="0"/>
              <a:t>선택된 요소 바로 이전에 위치한 형제 요소 선택</a:t>
            </a:r>
            <a:endParaRPr lang="en-US" altLang="ko-KR" sz="2000" dirty="0"/>
          </a:p>
          <a:p>
            <a:pPr marL="457200" lvl="1" indent="0">
              <a:buNone/>
            </a:pPr>
            <a:endParaRPr lang="en-US" altLang="ko-KR" sz="1200" dirty="0"/>
          </a:p>
          <a:p>
            <a:r>
              <a:rPr lang="en-US" altLang="ko-KR" sz="2400" dirty="0"/>
              <a:t>$( </a:t>
            </a:r>
            <a:r>
              <a:rPr lang="ko-KR" altLang="en-US" sz="2400" dirty="0" err="1"/>
              <a:t>선택자</a:t>
            </a:r>
            <a:r>
              <a:rPr lang="ko-KR" altLang="en-US" sz="2400" dirty="0"/>
              <a:t> </a:t>
            </a:r>
            <a:r>
              <a:rPr lang="en-US" altLang="ko-KR" sz="2400" dirty="0"/>
              <a:t>).children().</a:t>
            </a:r>
            <a:r>
              <a:rPr lang="ko-KR" altLang="en-US" sz="2400" dirty="0"/>
              <a:t>함수</a:t>
            </a:r>
            <a:r>
              <a:rPr lang="en-US" altLang="ko-KR" sz="2400" dirty="0"/>
              <a:t>()</a:t>
            </a:r>
          </a:p>
          <a:p>
            <a:pPr lvl="1"/>
            <a:r>
              <a:rPr lang="ko-KR" altLang="en-US" sz="2000" dirty="0"/>
              <a:t>선택된 요소의 자식 요소 모두 선택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A6F4A-A286-EB4D-1D8D-CA8BB440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75D2-EEC5-4AE3-8019-9DC60282201D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DB99A2-8CAA-236F-0A83-0E0CEFBF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EF9101-B446-F4BD-4FAE-826107A1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요소 탐색</a:t>
            </a:r>
          </a:p>
        </p:txBody>
      </p:sp>
    </p:spTree>
    <p:extLst>
      <p:ext uri="{BB962C8B-B14F-4D97-AF65-F5344CB8AC3E}">
        <p14:creationId xmlns:p14="http://schemas.microsoft.com/office/powerpoint/2010/main" val="3860600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42813-7E2A-E6B1-E4A3-8386DA69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384"/>
            <a:ext cx="10515600" cy="4712993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$(</a:t>
            </a:r>
            <a:r>
              <a:rPr lang="ko-KR" altLang="en-US" dirty="0"/>
              <a:t>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</a:t>
            </a:r>
            <a:r>
              <a:rPr lang="en-US" altLang="ko-KR" dirty="0" err="1"/>
              <a:t>addClass</a:t>
            </a:r>
            <a:r>
              <a:rPr lang="en-US" altLang="ko-KR" dirty="0"/>
              <a:t>(“</a:t>
            </a:r>
            <a:r>
              <a:rPr lang="ko-KR" altLang="en-US" dirty="0"/>
              <a:t>클래스명</a:t>
            </a:r>
            <a:r>
              <a:rPr lang="en-US" altLang="ko-KR" dirty="0"/>
              <a:t>”)</a:t>
            </a:r>
          </a:p>
          <a:p>
            <a:pPr lvl="1"/>
            <a:r>
              <a:rPr lang="ko-KR" altLang="en-US" dirty="0"/>
              <a:t>선택된 요소에 클래스 추가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$(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</a:t>
            </a:r>
            <a:r>
              <a:rPr lang="en-US" altLang="ko-KR" dirty="0" err="1"/>
              <a:t>removeClass</a:t>
            </a:r>
            <a:r>
              <a:rPr lang="en-US" altLang="ko-KR" dirty="0"/>
              <a:t>(“</a:t>
            </a:r>
            <a:r>
              <a:rPr lang="ko-KR" altLang="en-US" dirty="0"/>
              <a:t>클래스명</a:t>
            </a:r>
            <a:r>
              <a:rPr lang="en-US" altLang="ko-KR" dirty="0"/>
              <a:t>”)</a:t>
            </a:r>
          </a:p>
          <a:p>
            <a:pPr lvl="1"/>
            <a:r>
              <a:rPr lang="ko-KR" altLang="en-US" dirty="0"/>
              <a:t>선택된 요소에 클래스 삭제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$(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</a:t>
            </a:r>
            <a:r>
              <a:rPr lang="en-US" altLang="ko-KR" dirty="0" err="1"/>
              <a:t>hasClass</a:t>
            </a:r>
            <a:r>
              <a:rPr lang="en-US" altLang="ko-KR" dirty="0"/>
              <a:t>(“</a:t>
            </a:r>
            <a:r>
              <a:rPr lang="ko-KR" altLang="en-US" dirty="0"/>
              <a:t>클래스명</a:t>
            </a:r>
            <a:r>
              <a:rPr lang="en-US" altLang="ko-KR" dirty="0"/>
              <a:t>”)</a:t>
            </a:r>
          </a:p>
          <a:p>
            <a:pPr lvl="1"/>
            <a:r>
              <a:rPr lang="ko-KR" altLang="en-US" dirty="0"/>
              <a:t>선택된 요소에 클래스가 있는지 여부 확인</a:t>
            </a:r>
            <a:endParaRPr lang="en-US" altLang="ko-KR" dirty="0"/>
          </a:p>
          <a:p>
            <a:pPr lvl="1"/>
            <a:r>
              <a:rPr lang="en-US" altLang="ko-KR" dirty="0"/>
              <a:t>Return </a:t>
            </a:r>
            <a:r>
              <a:rPr lang="ko-KR" altLang="en-US" dirty="0"/>
              <a:t>값은 </a:t>
            </a:r>
            <a:r>
              <a:rPr lang="en-US" altLang="ko-KR" dirty="0"/>
              <a:t>true </a:t>
            </a:r>
            <a:r>
              <a:rPr lang="ko-KR" altLang="en-US" dirty="0"/>
              <a:t>와 </a:t>
            </a:r>
            <a:r>
              <a:rPr lang="en-US" altLang="ko-KR" dirty="0"/>
              <a:t>false </a:t>
            </a:r>
            <a:r>
              <a:rPr lang="ko-KR" altLang="en-US" dirty="0"/>
              <a:t>로 나온다</a:t>
            </a:r>
            <a:r>
              <a:rPr lang="en-US" altLang="ko-KR" dirty="0"/>
              <a:t>.</a:t>
            </a: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$( </a:t>
            </a:r>
            <a:r>
              <a:rPr lang="ko-KR" altLang="en-US" dirty="0" err="1"/>
              <a:t>선택자</a:t>
            </a:r>
            <a:r>
              <a:rPr lang="ko-KR" altLang="en-US" dirty="0"/>
              <a:t> </a:t>
            </a:r>
            <a:r>
              <a:rPr lang="en-US" altLang="ko-KR" dirty="0"/>
              <a:t>).</a:t>
            </a:r>
            <a:r>
              <a:rPr lang="en-US" altLang="ko-KR" dirty="0" err="1"/>
              <a:t>toggleClass</a:t>
            </a:r>
            <a:r>
              <a:rPr lang="en-US" altLang="ko-KR" dirty="0"/>
              <a:t>(“</a:t>
            </a:r>
            <a:r>
              <a:rPr lang="ko-KR" altLang="en-US" dirty="0"/>
              <a:t>클래스명</a:t>
            </a:r>
            <a:r>
              <a:rPr lang="en-US" altLang="ko-KR" dirty="0"/>
              <a:t>”)</a:t>
            </a:r>
          </a:p>
          <a:p>
            <a:pPr lvl="1"/>
            <a:r>
              <a:rPr lang="ko-KR" altLang="en-US" dirty="0"/>
              <a:t>선택된 요소에 클래스가 있으면 추가</a:t>
            </a:r>
            <a:r>
              <a:rPr lang="en-US" altLang="ko-KR" dirty="0"/>
              <a:t>, </a:t>
            </a:r>
            <a:r>
              <a:rPr lang="ko-KR" altLang="en-US" dirty="0"/>
              <a:t>없으면 삭제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A6F4A-A286-EB4D-1D8D-CA8BB440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3B89-B0EC-47A7-BE83-DA4783A6149C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DB99A2-8CAA-236F-0A83-0E0CEFBF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EF9101-B446-F4BD-4FAE-826107A13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조작하기</a:t>
            </a:r>
          </a:p>
        </p:txBody>
      </p:sp>
    </p:spTree>
    <p:extLst>
      <p:ext uri="{BB962C8B-B14F-4D97-AF65-F5344CB8AC3E}">
        <p14:creationId xmlns:p14="http://schemas.microsoft.com/office/powerpoint/2010/main" val="3887284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ko-KR" altLang="en-US" dirty="0" smtClean="0"/>
              <a:t>이미지 바꾸기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/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jQuery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 smtClean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 smtClean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 smtClean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smtClean="0">
                <a:solidFill>
                  <a:schemeClr val="accent1"/>
                </a:solidFill>
                <a:latin typeface="+mn-ea"/>
              </a:rPr>
              <a:t>과일 사진 변경하기</a:t>
            </a:r>
            <a:r>
              <a:rPr lang="en-US" altLang="ko-KR" sz="2800" b="1" dirty="0" smtClean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 smtClean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 smtClean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진행</a:t>
            </a:r>
          </a:p>
        </p:txBody>
      </p:sp>
    </p:spTree>
    <p:extLst>
      <p:ext uri="{BB962C8B-B14F-4D97-AF65-F5344CB8AC3E}">
        <p14:creationId xmlns:p14="http://schemas.microsoft.com/office/powerpoint/2010/main" val="1726524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ko-KR" altLang="en-US" dirty="0" smtClean="0"/>
              <a:t>사각형 색상 변경하기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/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jQuery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 smtClean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 smtClean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 smtClean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smtClean="0">
                <a:solidFill>
                  <a:schemeClr val="accent1"/>
                </a:solidFill>
                <a:latin typeface="+mn-ea"/>
              </a:rPr>
              <a:t>사각형 색상 변경하기</a:t>
            </a:r>
            <a:r>
              <a:rPr lang="en-US" altLang="ko-KR" sz="2800" b="1" dirty="0" smtClean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 smtClean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 smtClean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진행</a:t>
            </a:r>
          </a:p>
        </p:txBody>
      </p:sp>
    </p:spTree>
    <p:extLst>
      <p:ext uri="{BB962C8B-B14F-4D97-AF65-F5344CB8AC3E}">
        <p14:creationId xmlns:p14="http://schemas.microsoft.com/office/powerpoint/2010/main" val="2811260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 smtClean="0"/>
              <a:t>jQuery </a:t>
            </a:r>
            <a:r>
              <a:rPr lang="ko-KR" altLang="en-US" sz="8000" dirty="0" smtClean="0"/>
              <a:t>이벤트 </a:t>
            </a:r>
            <a:r>
              <a:rPr lang="ko-KR" altLang="en-US" sz="8000" dirty="0" err="1" smtClean="0"/>
              <a:t>리스너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770289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7">
            <a:extLst>
              <a:ext uri="{FF2B5EF4-FFF2-40B4-BE49-F238E27FC236}">
                <a16:creationId xmlns:a16="http://schemas.microsoft.com/office/drawing/2014/main" id="{1AEB33C3-5321-3B50-C873-0D66CDA35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296" y="1570891"/>
            <a:ext cx="10515600" cy="4258409"/>
          </a:xfrm>
        </p:spPr>
        <p:txBody>
          <a:bodyPr>
            <a:normAutofit/>
          </a:bodyPr>
          <a:lstStyle/>
          <a:p>
            <a:r>
              <a:rPr lang="ko-KR" altLang="en-US" b="1" dirty="0"/>
              <a:t>이벤트가 발생했을 때 그 처리</a:t>
            </a:r>
            <a:r>
              <a:rPr lang="ko-KR" altLang="en-US" dirty="0"/>
              <a:t>를 담당하는 </a:t>
            </a:r>
            <a:r>
              <a:rPr lang="ko-KR" altLang="en-US" dirty="0" smtClean="0"/>
              <a:t>함수</a:t>
            </a:r>
            <a:endParaRPr lang="en-US" altLang="ko-KR" dirty="0" smtClean="0"/>
          </a:p>
          <a:p>
            <a:r>
              <a:rPr lang="en-US" altLang="ko-KR" dirty="0" smtClean="0"/>
              <a:t>Event listener = Event handler</a:t>
            </a:r>
          </a:p>
          <a:p>
            <a:r>
              <a:rPr lang="ko-KR" altLang="en-US" dirty="0" smtClean="0"/>
              <a:t>이벤트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웹 브라우저가 알려주는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요소에 대한 사건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Ex. </a:t>
            </a:r>
            <a:r>
              <a:rPr lang="ko-KR" altLang="en-US" dirty="0" smtClean="0"/>
              <a:t>클릭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스크롤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마우스오버</a:t>
            </a:r>
            <a:r>
              <a:rPr lang="ko-KR" altLang="en-US" dirty="0" smtClean="0"/>
              <a:t> 등</a:t>
            </a:r>
            <a:endParaRPr lang="en-US" altLang="ko-KR" dirty="0" smtClean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C40107-E1A9-4A6E-95AE-996A5A219DAE}" type="datetime6">
              <a:rPr lang="ko-KR" altLang="en-US" smtClean="0"/>
              <a:pPr/>
              <a:t>2024년 6월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503AFDF-F3D5-4842-AD62-640A2C6A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B8A9657E-FE9F-79B6-ACEE-21FF34A5C3CF}"/>
              </a:ext>
            </a:extLst>
          </p:cNvPr>
          <p:cNvSpPr txBox="1">
            <a:spLocks/>
          </p:cNvSpPr>
          <p:nvPr/>
        </p:nvSpPr>
        <p:spPr>
          <a:xfrm>
            <a:off x="251788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이벤트 </a:t>
            </a:r>
            <a:r>
              <a:rPr lang="ko-KR" altLang="en-US" dirty="0" err="1"/>
              <a:t>리스너란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4441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0E118-13FA-729A-60AF-684E084F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C40107-E1A9-4A6E-95AE-996A5A219DAE}" type="datetime6">
              <a:rPr lang="ko-KR" altLang="en-US" smtClean="0"/>
              <a:pPr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786A31-D818-35BC-E175-84E0289F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1DA36C-65CF-DE57-B375-6D86D2A7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로딩 이벤트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18DF8E-238C-6B07-9918-4EB81DB4D305}"/>
              </a:ext>
            </a:extLst>
          </p:cNvPr>
          <p:cNvSpPr txBox="1"/>
          <p:nvPr/>
        </p:nvSpPr>
        <p:spPr>
          <a:xfrm>
            <a:off x="927100" y="2336800"/>
            <a:ext cx="5816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/>
              <a:t>.ready()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ko-K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/>
              <a:t>$()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12621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0E118-13FA-729A-60AF-684E084F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C40107-E1A9-4A6E-95AE-996A5A219DAE}" type="datetime6">
              <a:rPr lang="ko-KR" altLang="en-US" smtClean="0"/>
              <a:pPr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786A31-D818-35BC-E175-84E0289F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1DA36C-65CF-DE57-B375-6D86D2A7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마우스 이벤트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18DF8E-238C-6B07-9918-4EB81DB4D305}"/>
              </a:ext>
            </a:extLst>
          </p:cNvPr>
          <p:cNvSpPr txBox="1"/>
          <p:nvPr/>
        </p:nvSpPr>
        <p:spPr>
          <a:xfrm>
            <a:off x="927100" y="1422400"/>
            <a:ext cx="5816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/>
              <a:t>click()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ko-K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/>
              <a:t>mouseover()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ko-K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/>
              <a:t>hover()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ko-K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/>
              <a:t>scroll()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235902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0E118-13FA-729A-60AF-684E084F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C40107-E1A9-4A6E-95AE-996A5A219DAE}" type="datetime6">
              <a:rPr lang="ko-KR" altLang="en-US" smtClean="0"/>
              <a:pPr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786A31-D818-35BC-E175-84E0289F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1DA36C-65CF-DE57-B375-6D86D2A7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키보드 이벤트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95436D-B94A-D0CB-EA1D-8879B97ECFF3}"/>
              </a:ext>
            </a:extLst>
          </p:cNvPr>
          <p:cNvSpPr txBox="1"/>
          <p:nvPr/>
        </p:nvSpPr>
        <p:spPr>
          <a:xfrm>
            <a:off x="927100" y="2336800"/>
            <a:ext cx="5816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 err="1"/>
              <a:t>keydown</a:t>
            </a:r>
            <a:r>
              <a:rPr lang="en-US" altLang="ko-KR" sz="4000" dirty="0"/>
              <a:t>()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ko-K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 err="1"/>
              <a:t>keyup</a:t>
            </a:r>
            <a:r>
              <a:rPr lang="en-US" altLang="ko-KR" sz="4000" dirty="0"/>
              <a:t>()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674730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ko-KR" altLang="en-US" dirty="0" smtClean="0"/>
              <a:t>스케줄 등록하기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HTML, CSS, 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/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jQuery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 smtClean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 smtClean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 smtClean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sz="2800" b="1" dirty="0" smtClean="0">
                <a:solidFill>
                  <a:schemeClr val="accent1"/>
                </a:solidFill>
                <a:latin typeface="+mn-ea"/>
              </a:rPr>
              <a:t>스케줄 등록하기</a:t>
            </a:r>
            <a:r>
              <a:rPr lang="en-US" altLang="ko-KR" sz="2800" b="1" dirty="0" smtClean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 smtClean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 smtClean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진행</a:t>
            </a:r>
          </a:p>
        </p:txBody>
      </p:sp>
    </p:spTree>
    <p:extLst>
      <p:ext uri="{BB962C8B-B14F-4D97-AF65-F5344CB8AC3E}">
        <p14:creationId xmlns:p14="http://schemas.microsoft.com/office/powerpoint/2010/main" val="3146427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19FB4-986D-4FC6-AD5D-B6B26371E2D3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50DDFE-54D2-37E9-EA82-08E7A948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</a:t>
            </a:r>
            <a:r>
              <a:rPr lang="ko-KR" altLang="en-US" dirty="0" smtClean="0"/>
              <a:t>스케줄 등록하기</a:t>
            </a:r>
            <a:endParaRPr lang="ko-KR" altLang="en-US" dirty="0"/>
          </a:p>
        </p:txBody>
      </p:sp>
      <p:pic>
        <p:nvPicPr>
          <p:cNvPr id="3" name="녹화_2022_07_05_18_33_09_772">
            <a:hlinkClick r:id="" action="ppaction://media"/>
            <a:extLst>
              <a:ext uri="{FF2B5EF4-FFF2-40B4-BE49-F238E27FC236}">
                <a16:creationId xmlns:a16="http://schemas.microsoft.com/office/drawing/2014/main" id="{ABE72F9B-ADAC-9BEE-85CD-2F9174D80F4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147533" y="1307921"/>
            <a:ext cx="6619527" cy="494062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53D4044-716A-5E62-5B13-BA8C95F686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00" y="4405944"/>
            <a:ext cx="5198358" cy="1639958"/>
          </a:xfrm>
          <a:prstGeom prst="rect">
            <a:avLst/>
          </a:prstGeom>
        </p:spPr>
      </p:pic>
      <p:sp>
        <p:nvSpPr>
          <p:cNvPr id="7" name="내용 개체 틀 7">
            <a:extLst>
              <a:ext uri="{FF2B5EF4-FFF2-40B4-BE49-F238E27FC236}">
                <a16:creationId xmlns:a16="http://schemas.microsoft.com/office/drawing/2014/main" id="{803EE476-4864-6682-56A7-C17F6E03E59D}"/>
              </a:ext>
            </a:extLst>
          </p:cNvPr>
          <p:cNvSpPr txBox="1">
            <a:spLocks/>
          </p:cNvSpPr>
          <p:nvPr/>
        </p:nvSpPr>
        <p:spPr>
          <a:xfrm>
            <a:off x="627100" y="3778235"/>
            <a:ext cx="5996315" cy="562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800" dirty="0"/>
              <a:t>힌트</a:t>
            </a:r>
            <a:r>
              <a:rPr lang="en-US" altLang="ko-KR" sz="2800" dirty="0"/>
              <a:t>. on(“click”, function(){});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1394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0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86D69-58DA-4CDE-BB12-DBE7AA6E41A5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1E4E5AE-2336-D548-D0E4-14BF2A375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1887200" cy="1325563"/>
          </a:xfrm>
        </p:spPr>
        <p:txBody>
          <a:bodyPr/>
          <a:lstStyle/>
          <a:p>
            <a:r>
              <a:rPr lang="ko-KR" altLang="en-US" dirty="0" smtClean="0">
                <a:solidFill>
                  <a:schemeClr val="accent1"/>
                </a:solidFill>
              </a:rPr>
              <a:t>프로젝트</a:t>
            </a:r>
            <a:r>
              <a:rPr lang="en-US" altLang="ko-KR" dirty="0" smtClean="0">
                <a:solidFill>
                  <a:schemeClr val="accent1"/>
                </a:solidFill>
              </a:rPr>
              <a:t>.</a:t>
            </a:r>
            <a:r>
              <a:rPr lang="en-US" altLang="ko-KR" dirty="0" smtClean="0"/>
              <a:t> HTML, CSS(Bootstrap), JS(jQuery)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C5A75B8-EF16-1130-6BC7-3D223DA08847}"/>
              </a:ext>
            </a:extLst>
          </p:cNvPr>
          <p:cNvSpPr txBox="1">
            <a:spLocks/>
          </p:cNvSpPr>
          <p:nvPr/>
        </p:nvSpPr>
        <p:spPr>
          <a:xfrm>
            <a:off x="448962" y="1692473"/>
            <a:ext cx="11294076" cy="4420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dirty="0"/>
              <a:t>조건 </a:t>
            </a:r>
            <a:r>
              <a:rPr lang="en-US" altLang="ko-KR" dirty="0"/>
              <a:t>1. </a:t>
            </a:r>
            <a:r>
              <a:rPr lang="en-US" altLang="ko-KR" dirty="0" smtClean="0"/>
              <a:t>JavaScript </a:t>
            </a:r>
            <a:r>
              <a:rPr lang="ko-KR" altLang="en-US" dirty="0"/>
              <a:t>라이브러리 사용하기</a:t>
            </a:r>
            <a:endParaRPr lang="en-US" altLang="ko-KR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2400" dirty="0" smtClean="0"/>
              <a:t>	ex</a:t>
            </a:r>
            <a:r>
              <a:rPr lang="en-US" altLang="ko-KR" sz="2400" dirty="0"/>
              <a:t>) </a:t>
            </a:r>
            <a:r>
              <a:rPr lang="en-US" altLang="ko-KR" sz="2400" dirty="0" err="1"/>
              <a:t>Sweetalert</a:t>
            </a:r>
            <a:r>
              <a:rPr lang="en-US" altLang="ko-KR" sz="2400" dirty="0"/>
              <a:t>, Chart.js, Scroll, </a:t>
            </a:r>
            <a:r>
              <a:rPr lang="en-US" altLang="ko-KR" sz="2400" dirty="0" err="1"/>
              <a:t>Fullpage</a:t>
            </a:r>
            <a:r>
              <a:rPr lang="en-US" altLang="ko-KR" sz="2400" dirty="0"/>
              <a:t> </a:t>
            </a:r>
            <a:r>
              <a:rPr lang="ko-KR" altLang="en-US" sz="2400" dirty="0"/>
              <a:t>등등</a:t>
            </a:r>
            <a:endParaRPr lang="en-US" altLang="ko-KR" sz="2400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ko-KR" sz="2400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dirty="0"/>
              <a:t>조건</a:t>
            </a:r>
            <a:r>
              <a:rPr lang="en-US" altLang="ko-KR" dirty="0"/>
              <a:t> 2. Bootstrap Component </a:t>
            </a:r>
            <a:r>
              <a:rPr lang="ko-KR" altLang="en-US" dirty="0"/>
              <a:t>또는 </a:t>
            </a:r>
            <a:r>
              <a:rPr lang="en-US" altLang="ko-KR" dirty="0"/>
              <a:t>Utility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개 이상 </a:t>
            </a:r>
            <a:r>
              <a:rPr lang="ko-KR" altLang="en-US" dirty="0" smtClean="0"/>
              <a:t>사용하기</a:t>
            </a:r>
            <a:endParaRPr lang="en-US" altLang="ko-KR" dirty="0" smtClean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ko-KR" sz="2400" dirty="0"/>
              <a:t>	</a:t>
            </a:r>
            <a:r>
              <a:rPr lang="en-US" altLang="ko-KR" sz="2400" dirty="0" smtClean="0"/>
              <a:t>(CSS </a:t>
            </a:r>
            <a:r>
              <a:rPr lang="ko-KR" altLang="en-US" sz="2400" dirty="0" smtClean="0"/>
              <a:t>프레임워크는 반드시 </a:t>
            </a:r>
            <a:r>
              <a:rPr lang="en-US" altLang="ko-KR" sz="2400" dirty="0" smtClean="0"/>
              <a:t>Bootstrap</a:t>
            </a:r>
            <a:r>
              <a:rPr lang="ko-KR" altLang="en-US" sz="2400" dirty="0" smtClean="0"/>
              <a:t>일 필요는 없음</a:t>
            </a:r>
            <a:r>
              <a:rPr lang="en-US" altLang="ko-KR" sz="2400" dirty="0" smtClean="0"/>
              <a:t>)</a:t>
            </a:r>
            <a:endParaRPr lang="en-US" altLang="ko-KR" sz="2400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ko-KR" sz="2400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ko-KR" altLang="en-US" dirty="0"/>
              <a:t>조건 </a:t>
            </a:r>
            <a:r>
              <a:rPr lang="en-US" altLang="ko-KR" dirty="0"/>
              <a:t>3. </a:t>
            </a:r>
            <a:r>
              <a:rPr lang="ko-KR" altLang="en-US" dirty="0"/>
              <a:t>반응형 페이지로 만들기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49746298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1340</TotalTime>
  <Words>812</Words>
  <Application>Microsoft Office PowerPoint</Application>
  <PresentationFormat>와이드스크린</PresentationFormat>
  <Paragraphs>249</Paragraphs>
  <Slides>27</Slides>
  <Notes>21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PretendardGOV</vt:lpstr>
      <vt:lpstr>맑은 고딕</vt:lpstr>
      <vt:lpstr>Arial</vt:lpstr>
      <vt:lpstr>3_Office 테마</vt:lpstr>
      <vt:lpstr>웹 개발자 부트캠프 과정</vt:lpstr>
      <vt:lpstr>jQuery 란?</vt:lpstr>
      <vt:lpstr>jQuery</vt:lpstr>
      <vt:lpstr>jQuery 장점</vt:lpstr>
      <vt:lpstr>jQuery 사용</vt:lpstr>
      <vt:lpstr>jQuery 기초</vt:lpstr>
      <vt:lpstr>jQuery 메서드</vt:lpstr>
      <vt:lpstr>값 가져오기 &amp; 설정하기</vt:lpstr>
      <vt:lpstr>Style 변경하기</vt:lpstr>
      <vt:lpstr>속성 변경하기</vt:lpstr>
      <vt:lpstr>Text 변경하기</vt:lpstr>
      <vt:lpstr>HTML 변경하기</vt:lpstr>
      <vt:lpstr>요소 추가</vt:lpstr>
      <vt:lpstr>요소 추가</vt:lpstr>
      <vt:lpstr>요소 삭제</vt:lpstr>
      <vt:lpstr>요소 탐색</vt:lpstr>
      <vt:lpstr>클래스 조작하기</vt:lpstr>
      <vt:lpstr>실습.  이미지 바꾸기</vt:lpstr>
      <vt:lpstr>실습.  사각형 색상 변경하기</vt:lpstr>
      <vt:lpstr>jQuery 이벤트 리스너</vt:lpstr>
      <vt:lpstr>PowerPoint 프레젠테이션</vt:lpstr>
      <vt:lpstr>로딩 이벤트</vt:lpstr>
      <vt:lpstr>마우스 이벤트</vt:lpstr>
      <vt:lpstr>키보드 이벤트</vt:lpstr>
      <vt:lpstr>실습.  스케줄 등록하기</vt:lpstr>
      <vt:lpstr>실습. 스케줄 등록하기</vt:lpstr>
      <vt:lpstr>프로젝트. HTML, CSS(Bootstrap), JS(jQuery)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jae hyeon</cp:lastModifiedBy>
  <cp:revision>149</cp:revision>
  <dcterms:created xsi:type="dcterms:W3CDTF">2022-06-26T11:10:22Z</dcterms:created>
  <dcterms:modified xsi:type="dcterms:W3CDTF">2024-06-02T17:58:19Z</dcterms:modified>
</cp:coreProperties>
</file>