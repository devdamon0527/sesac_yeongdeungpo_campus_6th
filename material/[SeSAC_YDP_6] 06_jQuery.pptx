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3" r:id="rId1"/>
  </p:sldMasterIdLst>
  <p:notesMasterIdLst>
    <p:notesMasterId r:id="rId28"/>
  </p:notesMasterIdLst>
  <p:sldIdLst>
    <p:sldId id="355" r:id="rId2"/>
    <p:sldId id="358" r:id="rId3"/>
    <p:sldId id="323" r:id="rId4"/>
    <p:sldId id="352" r:id="rId5"/>
    <p:sldId id="326" r:id="rId6"/>
    <p:sldId id="327" r:id="rId7"/>
    <p:sldId id="356" r:id="rId8"/>
    <p:sldId id="346" r:id="rId9"/>
    <p:sldId id="336" r:id="rId10"/>
    <p:sldId id="342" r:id="rId11"/>
    <p:sldId id="337" r:id="rId12"/>
    <p:sldId id="338" r:id="rId13"/>
    <p:sldId id="339" r:id="rId14"/>
    <p:sldId id="340" r:id="rId15"/>
    <p:sldId id="349" r:id="rId16"/>
    <p:sldId id="341" r:id="rId17"/>
    <p:sldId id="343" r:id="rId18"/>
    <p:sldId id="361" r:id="rId19"/>
    <p:sldId id="362" r:id="rId20"/>
    <p:sldId id="357" r:id="rId21"/>
    <p:sldId id="331" r:id="rId22"/>
    <p:sldId id="330" r:id="rId23"/>
    <p:sldId id="332" r:id="rId24"/>
    <p:sldId id="333" r:id="rId25"/>
    <p:sldId id="363" r:id="rId26"/>
    <p:sldId id="348" r:id="rId2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EC173"/>
    <a:srgbClr val="F99F2C"/>
    <a:srgbClr val="F9A1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36" autoAdjust="0"/>
    <p:restoredTop sz="72635" autoAdjust="0"/>
  </p:normalViewPr>
  <p:slideViewPr>
    <p:cSldViewPr snapToGrid="0">
      <p:cViewPr varScale="1">
        <p:scale>
          <a:sx n="85" d="100"/>
          <a:sy n="85" d="100"/>
        </p:scale>
        <p:origin x="130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4" d="100"/>
          <a:sy n="64" d="100"/>
        </p:scale>
        <p:origin x="2226" y="5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F3F159-7250-4DD4-91C2-13B35D56E1AF}" type="datetimeFigureOut">
              <a:rPr lang="ko-KR" altLang="en-US" smtClean="0"/>
              <a:t>2024-06-18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9E5BFC-1559-42F1-8940-AB342D56BF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04593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055289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웹 개발자가 </a:t>
            </a:r>
            <a:r>
              <a:rPr lang="en-US" altLang="ko-KR" dirty="0"/>
              <a:t>JS</a:t>
            </a:r>
            <a:r>
              <a:rPr lang="en-US" altLang="ko-KR" baseline="0" dirty="0"/>
              <a:t> </a:t>
            </a:r>
            <a:r>
              <a:rPr lang="ko-KR" altLang="en-US" dirty="0"/>
              <a:t>쉽게 작성할 수 있도록 </a:t>
            </a:r>
            <a:r>
              <a:rPr lang="ko-KR" altLang="en-US" dirty="0" err="1"/>
              <a:t>설계되어짐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라이브러리</a:t>
            </a:r>
            <a:endParaRPr lang="en-US" altLang="ko-KR" dirty="0"/>
          </a:p>
          <a:p>
            <a:pPr marL="171450" indent="-171450">
              <a:buFontTx/>
              <a:buChar char="-"/>
            </a:pPr>
            <a:r>
              <a:rPr lang="ko-KR" altLang="en-US" baseline="0" dirty="0"/>
              <a:t>특정 기능을 수행하기 위해 미리 작성된 코드의 집합</a:t>
            </a:r>
            <a:r>
              <a:rPr lang="en-US" altLang="ko-KR" baseline="0" dirty="0"/>
              <a:t>.</a:t>
            </a:r>
          </a:p>
          <a:p>
            <a:pPr marL="171450" indent="-171450">
              <a:buFontTx/>
              <a:buChar char="-"/>
            </a:pPr>
            <a:r>
              <a:rPr lang="ko-KR" altLang="en-US" baseline="0" dirty="0"/>
              <a:t>코드의 </a:t>
            </a:r>
            <a:r>
              <a:rPr lang="ko-KR" altLang="en-US" baseline="0" dirty="0" err="1"/>
              <a:t>재사용성을</a:t>
            </a:r>
            <a:r>
              <a:rPr lang="ko-KR" altLang="en-US" baseline="0" dirty="0"/>
              <a:t> 극대화</a:t>
            </a:r>
            <a:r>
              <a:rPr lang="en-US" altLang="ko-KR" baseline="0" dirty="0"/>
              <a:t>, </a:t>
            </a:r>
            <a:r>
              <a:rPr lang="ko-KR" altLang="en-US" baseline="0" dirty="0"/>
              <a:t>오류 발생 가능성 </a:t>
            </a:r>
            <a:r>
              <a:rPr lang="ko-KR" altLang="en-US" baseline="0" dirty="0" err="1"/>
              <a:t>줄여줌</a:t>
            </a:r>
            <a:r>
              <a:rPr lang="en-US" altLang="ko-KR" baseline="0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81327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ko-KR" altLang="en-US" baseline="0" dirty="0"/>
              <a:t>여전히 일부 오래된 브라우저에서도 일관된 동작을 보장하기 위해 </a:t>
            </a:r>
            <a:r>
              <a:rPr lang="en-US" altLang="ko-KR" baseline="0" dirty="0"/>
              <a:t>jQuery</a:t>
            </a:r>
            <a:r>
              <a:rPr lang="ko-KR" altLang="en-US" baseline="0" dirty="0"/>
              <a:t>를 사용함</a:t>
            </a:r>
            <a:r>
              <a:rPr lang="en-US" altLang="ko-KR" baseline="0" dirty="0"/>
              <a:t>.</a:t>
            </a:r>
          </a:p>
          <a:p>
            <a:pPr marL="228600" indent="-228600">
              <a:buAutoNum type="arabicPeriod"/>
            </a:pPr>
            <a:endParaRPr lang="en-US" altLang="ko-KR" baseline="0" dirty="0"/>
          </a:p>
          <a:p>
            <a:pPr marL="0" indent="0">
              <a:buNone/>
            </a:pPr>
            <a:r>
              <a:rPr lang="en-US" altLang="ko-KR" baseline="0" dirty="0"/>
              <a:t>2. </a:t>
            </a:r>
            <a:r>
              <a:rPr lang="ko-KR" altLang="en-US" baseline="0" dirty="0"/>
              <a:t>작은 프로젝트나 웹 페이지에서는 유용함</a:t>
            </a:r>
            <a:r>
              <a:rPr lang="en-US" altLang="ko-KR" baseline="0" dirty="0"/>
              <a:t>.</a:t>
            </a:r>
          </a:p>
          <a:p>
            <a:pPr marL="0" indent="0">
              <a:buNone/>
            </a:pPr>
            <a:endParaRPr lang="en-US" altLang="ko-KR" baseline="0" dirty="0"/>
          </a:p>
          <a:p>
            <a:pPr marL="0" indent="0">
              <a:buNone/>
            </a:pPr>
            <a:r>
              <a:rPr lang="en-US" altLang="ko-KR" baseline="0" dirty="0"/>
              <a:t>3. </a:t>
            </a:r>
            <a:r>
              <a:rPr lang="ko-KR" altLang="en-US" baseline="0" dirty="0"/>
              <a:t>쉬운 문법 </a:t>
            </a:r>
            <a:r>
              <a:rPr lang="en-US" altLang="ko-KR" baseline="0" dirty="0"/>
              <a:t>: JS</a:t>
            </a:r>
            <a:r>
              <a:rPr lang="ko-KR" altLang="en-US" baseline="0" dirty="0"/>
              <a:t>를 더 간결하고 직관적인 문법을 제공하기 때문에 초보자들에게 유용</a:t>
            </a:r>
            <a:r>
              <a:rPr lang="en-US" altLang="ko-KR" baseline="0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81425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가지 방법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jQuery</a:t>
            </a:r>
            <a:r>
              <a:rPr lang="en-US" altLang="ko-KR" baseline="0" dirty="0"/>
              <a:t> </a:t>
            </a:r>
            <a:r>
              <a:rPr lang="ko-KR" altLang="en-US" baseline="0" dirty="0"/>
              <a:t>라이브러리를 사용하기 위해서는 먼저 </a:t>
            </a:r>
            <a:r>
              <a:rPr lang="en-US" altLang="ko-KR" baseline="0" dirty="0"/>
              <a:t>jQuery </a:t>
            </a:r>
            <a:r>
              <a:rPr lang="ko-KR" altLang="en-US" baseline="0" dirty="0"/>
              <a:t>라이브러리 파일을 </a:t>
            </a:r>
            <a:r>
              <a:rPr lang="en-US" altLang="ko-KR" baseline="0" dirty="0"/>
              <a:t>HTML </a:t>
            </a:r>
            <a:r>
              <a:rPr lang="ko-KR" altLang="en-US" baseline="0" dirty="0"/>
              <a:t>문서에 </a:t>
            </a:r>
            <a:r>
              <a:rPr lang="ko-KR" altLang="en-US" baseline="0" dirty="0" err="1"/>
              <a:t>로딩해야</a:t>
            </a:r>
            <a:r>
              <a:rPr lang="ko-KR" altLang="en-US" baseline="0" dirty="0"/>
              <a:t> 함</a:t>
            </a:r>
            <a:r>
              <a:rPr lang="en-US" altLang="ko-KR" baseline="0" dirty="0"/>
              <a:t>.</a:t>
            </a:r>
          </a:p>
          <a:p>
            <a:endParaRPr lang="en-US" altLang="ko-KR" baseline="0" dirty="0"/>
          </a:p>
          <a:p>
            <a:pPr marL="228600" indent="-228600">
              <a:buAutoNum type="arabicPeriod"/>
            </a:pPr>
            <a:r>
              <a:rPr lang="en-US" altLang="ko-KR" baseline="0" dirty="0"/>
              <a:t>jQuery </a:t>
            </a:r>
            <a:r>
              <a:rPr lang="ko-KR" altLang="en-US" baseline="0" dirty="0"/>
              <a:t>공식 웹사이트에서 다운로드 하거나</a:t>
            </a:r>
            <a:endParaRPr lang="en-US" altLang="ko-KR" baseline="0" dirty="0"/>
          </a:p>
          <a:p>
            <a:pPr marL="228600" indent="-228600">
              <a:buAutoNum type="arabicPeriod"/>
            </a:pPr>
            <a:endParaRPr lang="en-US" altLang="ko-KR" baseline="0" dirty="0"/>
          </a:p>
          <a:p>
            <a:pPr marL="228600" indent="-228600">
              <a:buAutoNum type="arabicPeriod"/>
            </a:pPr>
            <a:r>
              <a:rPr lang="en-US" altLang="ko-KR" baseline="0" dirty="0"/>
              <a:t>CDN</a:t>
            </a:r>
            <a:r>
              <a:rPr lang="ko-KR" altLang="en-US" baseline="0" dirty="0"/>
              <a:t>에서 제공하는 파일을 사용할 수 있음</a:t>
            </a:r>
            <a:r>
              <a:rPr lang="en-US" altLang="ko-KR" baseline="0" dirty="0"/>
              <a:t>.</a:t>
            </a:r>
          </a:p>
          <a:p>
            <a:pPr marL="228600" indent="-228600">
              <a:buAutoNum type="arabicPeriod"/>
            </a:pPr>
            <a:endParaRPr lang="en-US" altLang="ko-KR" baseline="0" dirty="0"/>
          </a:p>
          <a:p>
            <a:pPr marL="228600" indent="-228600">
              <a:buAutoNum type="arabicPeriod"/>
            </a:pPr>
            <a:endParaRPr lang="en-US" altLang="ko-KR" baseline="0" dirty="0"/>
          </a:p>
          <a:p>
            <a:pPr marL="0" indent="0">
              <a:buNone/>
            </a:pPr>
            <a:r>
              <a:rPr lang="ko-KR" altLang="en-US" baseline="0" dirty="0"/>
              <a:t>다운로드 하면</a:t>
            </a:r>
            <a:endParaRPr lang="en-US" altLang="ko-KR" baseline="0" dirty="0"/>
          </a:p>
          <a:p>
            <a:pPr marL="0" indent="0">
              <a:buNone/>
            </a:pPr>
            <a:r>
              <a:rPr lang="en-US" altLang="ko-KR" baseline="0" dirty="0"/>
              <a:t>-&gt; </a:t>
            </a:r>
            <a:r>
              <a:rPr lang="ko-KR" altLang="en-US" baseline="0" dirty="0"/>
              <a:t>오프라인 사용 가능 </a:t>
            </a:r>
            <a:r>
              <a:rPr lang="en-US" altLang="ko-KR" baseline="0" dirty="0"/>
              <a:t>– </a:t>
            </a:r>
            <a:r>
              <a:rPr lang="ko-KR" altLang="en-US" baseline="0" dirty="0"/>
              <a:t>로컬에 다운로드 받아 사용</a:t>
            </a:r>
            <a:endParaRPr lang="en-US" altLang="ko-KR" baseline="0" dirty="0"/>
          </a:p>
          <a:p>
            <a:pPr marL="0" indent="0">
              <a:buNone/>
            </a:pPr>
            <a:endParaRPr lang="en-US" altLang="ko-KR" baseline="0" dirty="0"/>
          </a:p>
          <a:p>
            <a:pPr marL="0" indent="0">
              <a:buNone/>
            </a:pPr>
            <a:r>
              <a:rPr lang="en-US" altLang="ko-KR" baseline="0" dirty="0"/>
              <a:t>CDN</a:t>
            </a:r>
            <a:r>
              <a:rPr lang="ko-KR" altLang="en-US" baseline="0" dirty="0"/>
              <a:t>은 인터넷이 연결되어 있어야함</a:t>
            </a:r>
            <a:r>
              <a:rPr lang="en-US" altLang="ko-KR" baseline="0" dirty="0"/>
              <a:t>.</a:t>
            </a:r>
          </a:p>
          <a:p>
            <a:pPr marL="0" indent="0">
              <a:buNone/>
            </a:pPr>
            <a:endParaRPr lang="en-US" altLang="ko-KR" baseline="0" dirty="0"/>
          </a:p>
          <a:p>
            <a:pPr marL="0" indent="0">
              <a:buNone/>
            </a:pPr>
            <a:r>
              <a:rPr lang="en-US" altLang="ko-KR" baseline="0" dirty="0"/>
              <a:t>Uncompressed: </a:t>
            </a:r>
            <a:r>
              <a:rPr lang="ko-KR" altLang="en-US" baseline="0" dirty="0"/>
              <a:t>원본 파일</a:t>
            </a:r>
            <a:r>
              <a:rPr lang="en-US" altLang="ko-KR" baseline="0" dirty="0"/>
              <a:t>(</a:t>
            </a:r>
            <a:r>
              <a:rPr lang="ko-KR" altLang="en-US" baseline="0" dirty="0" err="1"/>
              <a:t>확장자</a:t>
            </a:r>
            <a:r>
              <a:rPr lang="en-US" altLang="ko-KR" baseline="0" dirty="0"/>
              <a:t>: .</a:t>
            </a:r>
            <a:r>
              <a:rPr lang="en-US" altLang="ko-KR" baseline="0" dirty="0" err="1"/>
              <a:t>js</a:t>
            </a:r>
            <a:r>
              <a:rPr lang="en-US" altLang="ko-KR" baseline="0" dirty="0"/>
              <a:t>)</a:t>
            </a:r>
          </a:p>
          <a:p>
            <a:pPr marL="0" indent="0">
              <a:buNone/>
            </a:pPr>
            <a:r>
              <a:rPr lang="en-US" altLang="ko-KR" baseline="0" dirty="0"/>
              <a:t>Minified: </a:t>
            </a:r>
            <a:r>
              <a:rPr lang="ko-KR" altLang="en-US" baseline="0" dirty="0"/>
              <a:t>원본을 압축한 파일</a:t>
            </a:r>
            <a:r>
              <a:rPr lang="en-US" altLang="ko-KR" baseline="0" dirty="0"/>
              <a:t>(</a:t>
            </a:r>
            <a:r>
              <a:rPr lang="ko-KR" altLang="en-US" baseline="0" dirty="0" err="1"/>
              <a:t>확장자</a:t>
            </a:r>
            <a:r>
              <a:rPr lang="en-US" altLang="ko-KR" baseline="0" dirty="0"/>
              <a:t> : .min.js</a:t>
            </a:r>
          </a:p>
          <a:p>
            <a:pPr marL="0" indent="0">
              <a:buNone/>
            </a:pPr>
            <a:r>
              <a:rPr lang="en-US" altLang="ko-KR" baseline="0" dirty="0"/>
              <a:t>Slim: </a:t>
            </a:r>
            <a:r>
              <a:rPr lang="ko-KR" altLang="en-US" baseline="0" dirty="0"/>
              <a:t>해당 버전에서 </a:t>
            </a:r>
            <a:r>
              <a:rPr lang="ko-KR" altLang="en-US" baseline="0" dirty="0" err="1"/>
              <a:t>필요없다고</a:t>
            </a:r>
            <a:r>
              <a:rPr lang="ko-KR" altLang="en-US" baseline="0" dirty="0"/>
              <a:t> 생각하는 라이브러리를 제거한 파일 </a:t>
            </a:r>
            <a:r>
              <a:rPr lang="en-US" altLang="ko-KR" baseline="0" dirty="0"/>
              <a:t>(.slim.js)</a:t>
            </a:r>
          </a:p>
          <a:p>
            <a:pPr marL="0" indent="0">
              <a:buNone/>
            </a:pPr>
            <a:r>
              <a:rPr lang="en-US" altLang="ko-KR" baseline="0" dirty="0"/>
              <a:t>Slim minified: slim </a:t>
            </a:r>
            <a:r>
              <a:rPr lang="ko-KR" altLang="en-US" baseline="0" dirty="0"/>
              <a:t>파일을 압축한 파일</a:t>
            </a:r>
            <a:r>
              <a:rPr lang="en-US" altLang="ko-KR" baseline="0" dirty="0"/>
              <a:t>(.slim.min.js)</a:t>
            </a:r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29092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$</a:t>
            </a:r>
            <a:r>
              <a:rPr lang="ko-KR" altLang="en-US" dirty="0"/>
              <a:t>는 </a:t>
            </a:r>
            <a:r>
              <a:rPr lang="en-US" altLang="ko-KR" dirty="0"/>
              <a:t>jQuery</a:t>
            </a:r>
            <a:r>
              <a:rPr lang="en-US" altLang="ko-KR" baseline="0" dirty="0"/>
              <a:t> </a:t>
            </a:r>
            <a:r>
              <a:rPr lang="ko-KR" altLang="en-US" baseline="0" dirty="0"/>
              <a:t>함수</a:t>
            </a:r>
            <a:endParaRPr lang="en-US" altLang="ko-KR" baseline="0" dirty="0"/>
          </a:p>
          <a:p>
            <a:r>
              <a:rPr lang="en-US" altLang="ko-KR" baseline="0" dirty="0"/>
              <a:t>$() </a:t>
            </a:r>
            <a:r>
              <a:rPr lang="ko-KR" altLang="en-US" baseline="0" dirty="0"/>
              <a:t>함수를 호출해서 </a:t>
            </a:r>
            <a:r>
              <a:rPr lang="en-US" altLang="ko-KR" baseline="0" dirty="0"/>
              <a:t>HTML </a:t>
            </a:r>
            <a:r>
              <a:rPr lang="ko-KR" altLang="en-US" baseline="0" dirty="0"/>
              <a:t>요소를 선택하고 조작 가능</a:t>
            </a:r>
            <a:endParaRPr lang="en-US" altLang="ko-KR" baseline="0" dirty="0"/>
          </a:p>
          <a:p>
            <a:endParaRPr lang="en-US" altLang="ko-KR" baseline="0" dirty="0"/>
          </a:p>
          <a:p>
            <a:r>
              <a:rPr lang="en-US" altLang="ko-KR" baseline="0" dirty="0"/>
              <a:t>CSS </a:t>
            </a:r>
            <a:r>
              <a:rPr lang="ko-KR" altLang="en-US" baseline="0" dirty="0" err="1"/>
              <a:t>선택자를</a:t>
            </a:r>
            <a:r>
              <a:rPr lang="ko-KR" altLang="en-US" baseline="0" dirty="0"/>
              <a:t> 인자로 받음</a:t>
            </a:r>
            <a:r>
              <a:rPr lang="en-US" altLang="ko-KR" baseline="0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028297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65429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아래와 같은 코드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630787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62917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아래와 같은 코드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5535949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368625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950182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5157782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109744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741944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7181053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180570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924974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877870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258757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73723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080511"/>
            <a:ext cx="9144000" cy="2387600"/>
          </a:xfrm>
        </p:spPr>
        <p:txBody>
          <a:bodyPr anchor="b"/>
          <a:lstStyle>
            <a:lvl1pPr algn="ctr">
              <a:defRPr sz="6000" b="1">
                <a:solidFill>
                  <a:srgbClr val="6EC173"/>
                </a:solidFill>
              </a:defRPr>
            </a:lvl1pPr>
          </a:lstStyle>
          <a:p>
            <a:r>
              <a:rPr lang="ko-KR" altLang="en-US" sz="6000" dirty="0" err="1"/>
              <a:t>과정명</a:t>
            </a:r>
            <a:endParaRPr lang="ko-KR" altLang="en-US" sz="60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41092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부제목</a:t>
            </a:r>
          </a:p>
        </p:txBody>
      </p:sp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pic>
        <p:nvPicPr>
          <p:cNvPr id="5" name="그림 4" descr="그래픽, 그래픽 디자인, 클립아트, 다채로움이(가) 표시된 사진&#10;&#10;자동 생성된 설명">
            <a:extLst>
              <a:ext uri="{FF2B5EF4-FFF2-40B4-BE49-F238E27FC236}">
                <a16:creationId xmlns:a16="http://schemas.microsoft.com/office/drawing/2014/main" id="{BE5A577B-81A7-2FA6-9E57-9DCEC5BF71F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6000" y="1461146"/>
            <a:ext cx="3600000" cy="3652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16015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파트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38200" y="2598269"/>
            <a:ext cx="10515600" cy="1325563"/>
          </a:xfrm>
        </p:spPr>
        <p:txBody>
          <a:bodyPr>
            <a:noAutofit/>
          </a:bodyPr>
          <a:lstStyle>
            <a:lvl1pPr algn="ctr">
              <a:defRPr sz="8000" b="1">
                <a:solidFill>
                  <a:srgbClr val="6EC173"/>
                </a:solidFill>
              </a:defRPr>
            </a:lvl1pPr>
          </a:lstStyle>
          <a:p>
            <a:r>
              <a:rPr lang="ko-KR" altLang="en-US" dirty="0"/>
              <a:t>파트 제목</a:t>
            </a:r>
          </a:p>
        </p:txBody>
      </p:sp>
    </p:spTree>
    <p:extLst>
      <p:ext uri="{BB962C8B-B14F-4D97-AF65-F5344CB8AC3E}">
        <p14:creationId xmlns:p14="http://schemas.microsoft.com/office/powerpoint/2010/main" val="8715218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84D0C3-D33B-7107-AB80-D9F33099C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897DBF-398C-9DB6-E916-35AB4FE2F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55B8D2-7CD5-9B15-8E13-87FF760EC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제목 개체 틀 1">
            <a:extLst>
              <a:ext uri="{FF2B5EF4-FFF2-40B4-BE49-F238E27FC236}">
                <a16:creationId xmlns:a16="http://schemas.microsoft.com/office/drawing/2014/main" id="{964962A2-A4D4-9231-66A1-E1F593E60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9952534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4601C5-2723-67A2-7D21-9F39D14C7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B1E75F-8FF2-A69A-E094-650EAEFD04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31FDEF-673D-E199-7B54-FFD44BA2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A7087-D460-46DD-B430-F8D9B9677D08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E7B47C-D16B-1F66-3165-B941B9C61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F13A5C-BE81-C46F-5191-E33C5F06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53806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69A2ED-4026-CEC5-0F77-74287163E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5CA756-D15D-464E-966E-2DF9AA9796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DC8A21-839F-87B3-9ABB-E0DA07E8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268EA5-E313-8CB5-4A12-914620F47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1BA25-D675-4234-A003-8449BDEEF18E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2797BB-0DAF-A25A-8AC2-46D61F5D6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8752A1-1625-10E7-A4F0-2E13719E4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3281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B7AE7F-26ED-35B6-1BBA-A08CB8ECE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88D8DD-7148-8B19-6172-B0A169CFC3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38CD1D6-87C8-BD82-7711-368227F17A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A208518-1B3C-A417-C6AC-99F9C66D12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843F92-B722-06A6-9A56-0A03BE26CF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3532A15-9ECF-C043-5CC2-911757B5A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55C29-A87F-46F0-A24C-6C9F0A4BF6AA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9998F67-77F3-1632-EC3C-114B75C5A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AB6C1BB-6866-2A3B-A1F3-28B5D93C1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6238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899283-9B12-5339-3042-B6B67884B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97E34E6-ECFD-E5F2-081F-39427DA94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EDD62-8757-43DB-BAE0-460422B548EA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E04029-E47F-F52E-AF1E-D31E2D400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3665754-DE22-245A-A4D5-FE78A35B0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74493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E82391-47AE-B4C0-C4C4-22E5D9633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A871B-4800-495F-AC75-93D44C7DEBA5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69BF5EA-4922-4594-BC0D-A1D7F17A9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7BF1BF-296A-E655-349A-1877369A8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29820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094360-95AE-5B28-BF6B-212680601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D97E12-A7FB-C81A-18C2-34781A068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739CAA1-90A7-601C-BD90-A0DC6A391D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885FF0-6BE8-F11D-CDAC-7E7B63F39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05888-30A6-49BB-95E2-DEAE4E5B09E9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3A67A35-AF67-BDC9-86E1-D6EE283B8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C23707-35CC-08DC-8C13-06293DE52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20798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BD7A00-094E-C3F9-1A07-8FD90B7C9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FE9F136-9A64-0D06-F721-734E1E2244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5C3BE40-4202-4B4A-C8A7-24945AC6EE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D21BA2-CA17-A4B0-BBDD-B3995CC85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A39A32-5728-48B8-9F9C-437D214CCAF1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E5E2437-D7E8-6CA8-856B-7C81E4CF8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000DA3E-B239-6A01-347D-5321CBE95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83364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8DC3B4-86CF-2498-CC6E-A256E4AA6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E0FE57-EEBD-DC2E-5AAA-A425A6D59E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C0A4B4C-46E0-9C94-5EAC-7237CB6A9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CC8BA-EBCB-4BF9-8E87-970CE0138376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16647A-6FF5-9F90-2812-CADD48405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6AE80C-7F7A-130E-8BD8-5BA97658E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5367467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58AC244-4A84-09D3-50FB-F934F9F479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03D64C9-D76D-C43E-C82B-A315CE73F3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0D0D7C-1A4D-433C-79F6-2C0633D1E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9FA6E-4699-4AC6-B2CB-4E60A58ED7A8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3F9A77-28DF-C409-13B2-D20C80BB4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466F88-F4F1-E00D-DC2A-8DBEA2707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86937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57DE65-2350-3072-3D26-AE091FE723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47971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91C14A-5735-4A8B-B68B-DEC1DC2A3813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60F7DA-0F14-8211-C3E8-B6E466EE49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8DDAAB-9487-BAAF-7209-B8E704131B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7971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 userDrawn="1"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6EC173"/>
          </a:solidFill>
          <a:ln>
            <a:solidFill>
              <a:srgbClr val="6EC17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4" name="그림 13" descr="그래픽, 그래픽 디자인, 폰트, 원이(가) 표시된 사진&#10;&#10;자동 생성된 설명">
            <a:extLst>
              <a:ext uri="{FF2B5EF4-FFF2-40B4-BE49-F238E27FC236}">
                <a16:creationId xmlns:a16="http://schemas.microsoft.com/office/drawing/2014/main" id="{0EB71D7B-83F1-1414-954A-8C79751B7793}"/>
              </a:ext>
            </a:extLst>
          </p:cNvPr>
          <p:cNvPicPr>
            <a:picLocks noChangeAspect="1"/>
          </p:cNvPicPr>
          <p:nvPr userDrawn="1"/>
        </p:nvPicPr>
        <p:blipFill>
          <a:blip r:embed="rId1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5681" y="96056"/>
            <a:ext cx="1260000" cy="270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7765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releases.jquery.com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웹 개발자 부트캠프 과정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 err="1"/>
              <a:t>CodingOn</a:t>
            </a:r>
            <a:endParaRPr lang="ko-KR" altLang="en-US"/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336DEA-2253-46C9-AE9F-391209500EBC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32945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8000" dirty="0"/>
              <a:t>jQuery </a:t>
            </a:r>
            <a:r>
              <a:rPr lang="ko-KR" altLang="en-US" sz="8000" dirty="0"/>
              <a:t>란</a:t>
            </a:r>
            <a:r>
              <a:rPr lang="en-US" altLang="ko-KR" sz="8000" dirty="0"/>
              <a:t>?</a:t>
            </a:r>
            <a:endParaRPr lang="ko-KR" altLang="en-US" sz="8000" dirty="0"/>
          </a:p>
        </p:txBody>
      </p:sp>
    </p:spTree>
    <p:extLst>
      <p:ext uri="{BB962C8B-B14F-4D97-AF65-F5344CB8AC3E}">
        <p14:creationId xmlns:p14="http://schemas.microsoft.com/office/powerpoint/2010/main" val="32973788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0E118-13FA-729A-60AF-684E084F47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2EB3C-2DB4-4902-8CEB-23EADA054A1B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4786A31-D818-35BC-E175-84E0289FB6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E1DA36C-65CF-DE57-B375-6D86D2A7DA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jQuery</a:t>
            </a:r>
            <a:endParaRPr lang="ko-KR" altLang="en-US" dirty="0"/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7D05DCB7-AD04-98BC-4552-F188A7F03DB7}"/>
              </a:ext>
            </a:extLst>
          </p:cNvPr>
          <p:cNvSpPr txBox="1">
            <a:spLocks/>
          </p:cNvSpPr>
          <p:nvPr/>
        </p:nvSpPr>
        <p:spPr>
          <a:xfrm>
            <a:off x="4097930" y="1901350"/>
            <a:ext cx="7128870" cy="231963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ko-KR" altLang="en-US" dirty="0"/>
              <a:t>자바스크립트 언어를 간편하게 사용할 수 있도록 단순화시킨 오픈 소스 기반의</a:t>
            </a:r>
            <a:endParaRPr lang="en-US" altLang="ko-KR" dirty="0"/>
          </a:p>
          <a:p>
            <a:pPr marL="0"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ko-KR" altLang="en-US" dirty="0">
                <a:solidFill>
                  <a:schemeClr val="accent1"/>
                </a:solidFill>
              </a:rPr>
              <a:t>자바스크립트  라이브러리</a:t>
            </a:r>
            <a:endParaRPr lang="en-US" altLang="ko-KR" dirty="0">
              <a:solidFill>
                <a:schemeClr val="accent1"/>
              </a:solidFill>
            </a:endParaRPr>
          </a:p>
        </p:txBody>
      </p:sp>
      <p:pic>
        <p:nvPicPr>
          <p:cNvPr id="1026" name="Picture 2" descr="JQuery 시작하기">
            <a:extLst>
              <a:ext uri="{FF2B5EF4-FFF2-40B4-BE49-F238E27FC236}">
                <a16:creationId xmlns:a16="http://schemas.microsoft.com/office/drawing/2014/main" id="{12ABC4C1-7979-E377-436C-23E04F7406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990" y="1767951"/>
            <a:ext cx="3037890" cy="3037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266AA8F6-BAFA-629C-9744-AD3166EB5DFD}"/>
              </a:ext>
            </a:extLst>
          </p:cNvPr>
          <p:cNvSpPr/>
          <p:nvPr/>
        </p:nvSpPr>
        <p:spPr>
          <a:xfrm>
            <a:off x="4097930" y="4024783"/>
            <a:ext cx="6958309" cy="1325563"/>
          </a:xfrm>
          <a:prstGeom prst="roundRect">
            <a:avLst/>
          </a:prstGeom>
          <a:ln w="28575">
            <a:solidFill>
              <a:srgbClr val="6EC173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2400" dirty="0">
                <a:solidFill>
                  <a:schemeClr val="accent1"/>
                </a:solidFill>
              </a:rPr>
              <a:t>라이브러리</a:t>
            </a:r>
            <a:r>
              <a:rPr lang="ko-KR" altLang="en-US" sz="2400" dirty="0"/>
              <a:t>란</a:t>
            </a:r>
            <a:r>
              <a:rPr lang="en-US" altLang="ko-KR" sz="2400" dirty="0"/>
              <a:t>? </a:t>
            </a:r>
          </a:p>
          <a:p>
            <a:pPr algn="ctr"/>
            <a:r>
              <a:rPr lang="ko-KR" altLang="en-US" dirty="0"/>
              <a:t>자주 사용하는 기능들을 모아두었다가 필요할 때 </a:t>
            </a:r>
            <a:endParaRPr lang="en-US" altLang="ko-KR" dirty="0"/>
          </a:p>
          <a:p>
            <a:pPr algn="ctr"/>
            <a:r>
              <a:rPr lang="ko-KR" altLang="en-US" dirty="0"/>
              <a:t>가져다 쓸 수 있도록 한 자원들의 묶음</a:t>
            </a:r>
          </a:p>
        </p:txBody>
      </p:sp>
    </p:spTree>
    <p:extLst>
      <p:ext uri="{BB962C8B-B14F-4D97-AF65-F5344CB8AC3E}">
        <p14:creationId xmlns:p14="http://schemas.microsoft.com/office/powerpoint/2010/main" val="12089837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2D6AEEE-FC9F-73F2-C957-9A16000E7C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981267" cy="4351338"/>
          </a:xfrm>
        </p:spPr>
        <p:txBody>
          <a:bodyPr/>
          <a:lstStyle/>
          <a:p>
            <a:r>
              <a:rPr lang="ko-KR" altLang="en-US" dirty="0"/>
              <a:t>주요 웹 브라우저의 구버전을 포함한 대부분의 브라우저에서 지원 가능</a:t>
            </a:r>
            <a:endParaRPr lang="en-US" altLang="ko-KR" dirty="0"/>
          </a:p>
          <a:p>
            <a:r>
              <a:rPr lang="en-US" altLang="ko-KR" dirty="0"/>
              <a:t>HTML DOM</a:t>
            </a:r>
            <a:r>
              <a:rPr lang="ko-KR" altLang="en-US" dirty="0"/>
              <a:t>를 </a:t>
            </a:r>
            <a:r>
              <a:rPr lang="ko-KR" altLang="en-US" dirty="0">
                <a:solidFill>
                  <a:schemeClr val="accent1"/>
                </a:solidFill>
              </a:rPr>
              <a:t>손쉽게 조작 </a:t>
            </a:r>
            <a:r>
              <a:rPr lang="ko-KR" altLang="en-US" dirty="0"/>
              <a:t>가능하며</a:t>
            </a:r>
            <a:r>
              <a:rPr lang="en-US" altLang="ko-KR" dirty="0"/>
              <a:t>, CSS</a:t>
            </a:r>
            <a:r>
              <a:rPr lang="ko-KR" altLang="en-US" dirty="0"/>
              <a:t> 스타일도 간단히 적용 가능</a:t>
            </a:r>
            <a:endParaRPr lang="en-US" altLang="ko-KR" dirty="0"/>
          </a:p>
          <a:p>
            <a:r>
              <a:rPr lang="ko-KR" altLang="en-US" dirty="0" err="1"/>
              <a:t>애니매이션</a:t>
            </a:r>
            <a:r>
              <a:rPr lang="ko-KR" altLang="en-US" dirty="0"/>
              <a:t> 효과나 대화형 처리를 간단하게 적용</a:t>
            </a:r>
            <a:endParaRPr lang="en-US" altLang="ko-KR" dirty="0"/>
          </a:p>
          <a:p>
            <a:r>
              <a:rPr lang="ko-KR" altLang="en-US" dirty="0"/>
              <a:t>같은 동작을 하더라도 </a:t>
            </a:r>
            <a:r>
              <a:rPr lang="ko-KR" altLang="en-US" dirty="0">
                <a:solidFill>
                  <a:schemeClr val="accent1"/>
                </a:solidFill>
              </a:rPr>
              <a:t>더욱 짧게 구현 </a:t>
            </a:r>
            <a:r>
              <a:rPr lang="ko-KR" altLang="en-US" dirty="0"/>
              <a:t>가능</a:t>
            </a:r>
            <a:endParaRPr lang="en-US" altLang="ko-KR" dirty="0"/>
          </a:p>
          <a:p>
            <a:r>
              <a:rPr lang="ko-KR" altLang="en-US" dirty="0"/>
              <a:t>오픈 라이선스를 적용해 누구나 자유롭게 이용 가능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C121C12-01C8-2680-C97E-DC639A22658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574E781-D543-49B8-9768-38E55ECCDF25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CF91E01-FFEB-0525-B6D5-2AE4E8361F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5DC0481-1963-4297-B79D-1E16C966A5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jQuery </a:t>
            </a:r>
            <a:r>
              <a:rPr lang="ko-KR" altLang="en-US" dirty="0"/>
              <a:t>장점</a:t>
            </a:r>
          </a:p>
        </p:txBody>
      </p:sp>
    </p:spTree>
    <p:extLst>
      <p:ext uri="{BB962C8B-B14F-4D97-AF65-F5344CB8AC3E}">
        <p14:creationId xmlns:p14="http://schemas.microsoft.com/office/powerpoint/2010/main" val="371646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2D6AEEE-FC9F-73F2-C957-9A16000E7C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46738"/>
            <a:ext cx="10515600" cy="4430225"/>
          </a:xfrm>
        </p:spPr>
        <p:txBody>
          <a:bodyPr/>
          <a:lstStyle/>
          <a:p>
            <a:pPr marL="514350" indent="-514350">
              <a:buAutoNum type="arabicPeriod"/>
            </a:pPr>
            <a:r>
              <a:rPr lang="ko-KR" altLang="en-US" dirty="0"/>
              <a:t>파일 다운로드</a:t>
            </a:r>
            <a:endParaRPr lang="en-US" altLang="ko-KR" dirty="0"/>
          </a:p>
          <a:p>
            <a:pPr marL="514350" indent="-514350">
              <a:buAutoNum type="arabicPeriod"/>
            </a:pPr>
            <a:r>
              <a:rPr lang="en-US" altLang="ko-KR" dirty="0"/>
              <a:t>CDN( Content</a:t>
            </a:r>
            <a:r>
              <a:rPr lang="ko-KR" altLang="en-US" dirty="0"/>
              <a:t> </a:t>
            </a:r>
            <a:r>
              <a:rPr lang="en-US" altLang="ko-KR" dirty="0"/>
              <a:t>Delivery</a:t>
            </a:r>
            <a:r>
              <a:rPr lang="ko-KR" altLang="en-US" dirty="0"/>
              <a:t> </a:t>
            </a:r>
            <a:r>
              <a:rPr lang="en-US" altLang="ko-KR" dirty="0"/>
              <a:t>Network</a:t>
            </a:r>
            <a:r>
              <a:rPr lang="ko-KR" altLang="en-US" dirty="0"/>
              <a:t> </a:t>
            </a:r>
            <a:r>
              <a:rPr lang="en-US" altLang="ko-KR" dirty="0"/>
              <a:t>) </a:t>
            </a:r>
            <a:r>
              <a:rPr lang="ko-KR" altLang="en-US" dirty="0"/>
              <a:t>사용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C121C12-01C8-2680-C97E-DC639A226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4EC9A-C0FC-44E4-8202-3BDB78C497F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CF91E01-FFEB-0525-B6D5-2AE4E8361F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5DC0481-1963-4297-B79D-1E16C966A5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jQuery </a:t>
            </a:r>
            <a:r>
              <a:rPr lang="ko-KR" altLang="en-US" dirty="0"/>
              <a:t>사용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F71F56-E6B9-8CB4-785E-26237B946832}"/>
              </a:ext>
            </a:extLst>
          </p:cNvPr>
          <p:cNvSpPr txBox="1"/>
          <p:nvPr/>
        </p:nvSpPr>
        <p:spPr>
          <a:xfrm>
            <a:off x="2861695" y="2959217"/>
            <a:ext cx="614412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2800" dirty="0">
                <a:hlinkClick r:id="rId3"/>
              </a:rPr>
              <a:t>https://releases.jquery.com/</a:t>
            </a:r>
            <a:r>
              <a:rPr lang="ko-KR" altLang="en-US" sz="2800" dirty="0"/>
              <a:t> 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E61C630-1163-2301-CE8D-9F6B9595D99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739" t="2535" r="1244" b="4808"/>
          <a:stretch/>
        </p:blipFill>
        <p:spPr>
          <a:xfrm>
            <a:off x="2161608" y="3647385"/>
            <a:ext cx="7868784" cy="2242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4958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2D6AEEE-FC9F-73F2-C957-9A16000E7C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03378" y="3697401"/>
            <a:ext cx="7185244" cy="737978"/>
          </a:xfrm>
        </p:spPr>
        <p:txBody>
          <a:bodyPr anchor="ctr">
            <a:normAutofit fontScale="92500"/>
          </a:bodyPr>
          <a:lstStyle/>
          <a:p>
            <a:pPr marL="0" indent="0" algn="ctr">
              <a:buNone/>
            </a:pPr>
            <a:r>
              <a:rPr lang="en-US" altLang="ko-KR" dirty="0">
                <a:solidFill>
                  <a:schemeClr val="accent1"/>
                </a:solidFill>
              </a:rPr>
              <a:t>$</a:t>
            </a:r>
            <a:r>
              <a:rPr lang="en-US" altLang="ko-KR" dirty="0"/>
              <a:t> </a:t>
            </a:r>
            <a:r>
              <a:rPr lang="ko-KR" altLang="en-US" dirty="0"/>
              <a:t>는 </a:t>
            </a:r>
            <a:r>
              <a:rPr lang="en-US" altLang="ko-KR" dirty="0"/>
              <a:t>jQuery() </a:t>
            </a:r>
            <a:r>
              <a:rPr lang="ko-KR" altLang="en-US" dirty="0"/>
              <a:t>함수의 축약 형태로</a:t>
            </a:r>
            <a:r>
              <a:rPr lang="en-US" altLang="ko-KR" dirty="0"/>
              <a:t>, </a:t>
            </a:r>
            <a:r>
              <a:rPr lang="ko-KR" altLang="en-US" dirty="0">
                <a:solidFill>
                  <a:schemeClr val="accent1"/>
                </a:solidFill>
              </a:rPr>
              <a:t>식별자 역할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C121C12-01C8-2680-C97E-DC639A226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9B3F7D-C226-4E65-A67E-33338BA95881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CF91E01-FFEB-0525-B6D5-2AE4E8361F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5DC0481-1963-4297-B79D-1E16C966A5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jQuery </a:t>
            </a:r>
            <a:r>
              <a:rPr lang="ko-KR" altLang="en-US" dirty="0"/>
              <a:t>기초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9095EF09-F70C-E112-61EE-94D926008D7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2858"/>
          <a:stretch/>
        </p:blipFill>
        <p:spPr>
          <a:xfrm>
            <a:off x="2170504" y="2260279"/>
            <a:ext cx="7850991" cy="1250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10161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8000" dirty="0"/>
              <a:t>jQuery </a:t>
            </a:r>
            <a:r>
              <a:rPr lang="ko-KR" altLang="en-US" sz="8000" dirty="0"/>
              <a:t>메서드</a:t>
            </a:r>
          </a:p>
        </p:txBody>
      </p:sp>
    </p:spTree>
    <p:extLst>
      <p:ext uri="{BB962C8B-B14F-4D97-AF65-F5344CB8AC3E}">
        <p14:creationId xmlns:p14="http://schemas.microsoft.com/office/powerpoint/2010/main" val="18421855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C842813-7E2A-E6B1-E4A3-8386DA6963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6911"/>
            <a:ext cx="10515600" cy="4351338"/>
          </a:xfrm>
        </p:spPr>
        <p:txBody>
          <a:bodyPr/>
          <a:lstStyle/>
          <a:p>
            <a:r>
              <a:rPr lang="en-US" altLang="ko-KR" dirty="0"/>
              <a:t>$( </a:t>
            </a:r>
            <a:r>
              <a:rPr lang="ko-KR" altLang="en-US" dirty="0" err="1"/>
              <a:t>선택자</a:t>
            </a:r>
            <a:r>
              <a:rPr lang="ko-KR" altLang="en-US" dirty="0"/>
              <a:t> </a:t>
            </a:r>
            <a:r>
              <a:rPr lang="en-US" altLang="ko-KR" dirty="0"/>
              <a:t>).</a:t>
            </a:r>
            <a:r>
              <a:rPr lang="en-US" altLang="ko-KR" dirty="0" err="1"/>
              <a:t>val</a:t>
            </a:r>
            <a:r>
              <a:rPr lang="en-US" altLang="ko-KR" dirty="0"/>
              <a:t>();</a:t>
            </a:r>
          </a:p>
          <a:p>
            <a:pPr lvl="1"/>
            <a:r>
              <a:rPr lang="en-US" altLang="ko-KR" dirty="0"/>
              <a:t>Input </a:t>
            </a:r>
            <a:r>
              <a:rPr lang="ko-KR" altLang="en-US" dirty="0"/>
              <a:t>과 같은 </a:t>
            </a:r>
            <a:r>
              <a:rPr lang="en-US" altLang="ko-KR" dirty="0"/>
              <a:t>value</a:t>
            </a:r>
            <a:r>
              <a:rPr lang="ko-KR" altLang="en-US" dirty="0"/>
              <a:t> 값을 가져올 수 있다</a:t>
            </a:r>
            <a:r>
              <a:rPr lang="en-US" altLang="ko-KR" dirty="0"/>
              <a:t>.</a:t>
            </a:r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r>
              <a:rPr lang="en-US" altLang="ko-KR" dirty="0"/>
              <a:t>$(</a:t>
            </a:r>
            <a:r>
              <a:rPr lang="ko-KR" altLang="en-US" dirty="0" err="1"/>
              <a:t>선택자</a:t>
            </a:r>
            <a:r>
              <a:rPr lang="en-US" altLang="ko-KR" dirty="0"/>
              <a:t>).</a:t>
            </a:r>
            <a:r>
              <a:rPr lang="en-US" altLang="ko-KR" dirty="0" err="1"/>
              <a:t>val</a:t>
            </a:r>
            <a:r>
              <a:rPr lang="en-US" altLang="ko-KR" dirty="0"/>
              <a:t>(“</a:t>
            </a:r>
            <a:r>
              <a:rPr lang="ko-KR" altLang="en-US" dirty="0"/>
              <a:t>설정할 값</a:t>
            </a:r>
            <a:r>
              <a:rPr lang="en-US" altLang="ko-KR" dirty="0"/>
              <a:t>“);</a:t>
            </a:r>
          </a:p>
          <a:p>
            <a:pPr lvl="1"/>
            <a:r>
              <a:rPr lang="en-US" altLang="ko-KR" dirty="0"/>
              <a:t>Input</a:t>
            </a:r>
            <a:r>
              <a:rPr lang="ko-KR" altLang="en-US" dirty="0"/>
              <a:t> 과 같은 곳에 </a:t>
            </a:r>
            <a:r>
              <a:rPr lang="en-US" altLang="ko-KR" dirty="0"/>
              <a:t>value </a:t>
            </a:r>
            <a:r>
              <a:rPr lang="ko-KR" altLang="en-US" dirty="0"/>
              <a:t>값을 설정할 수 있다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B1A6F4A-A286-EB4D-1D8D-CA8BB440DD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4C422-86DE-4512-A854-5A7135FC037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2DB99A2-8CAA-236F-0A83-0E0CEFBF6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6EF9101-B446-F4BD-4FAE-826107A135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값 가져오기 </a:t>
            </a:r>
            <a:r>
              <a:rPr lang="en-US" altLang="ko-KR" dirty="0"/>
              <a:t>&amp; </a:t>
            </a:r>
            <a:r>
              <a:rPr lang="ko-KR" altLang="en-US" dirty="0"/>
              <a:t>설정하기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C617ACE6-2527-1491-426F-7C9A65076F0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3758" r="3014" b="12825"/>
          <a:stretch/>
        </p:blipFill>
        <p:spPr>
          <a:xfrm>
            <a:off x="1371600" y="2555081"/>
            <a:ext cx="6729046" cy="550069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44DD635B-47F4-222E-46CE-5FBBBCCD724A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0704" r="11135" b="25404"/>
          <a:stretch/>
        </p:blipFill>
        <p:spPr>
          <a:xfrm>
            <a:off x="1371600" y="4736935"/>
            <a:ext cx="6524625" cy="5441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29086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C842813-7E2A-E6B1-E4A3-8386DA6963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5213"/>
            <a:ext cx="10515600" cy="4039456"/>
          </a:xfrm>
        </p:spPr>
        <p:txBody>
          <a:bodyPr/>
          <a:lstStyle/>
          <a:p>
            <a:r>
              <a:rPr lang="en-US" altLang="ko-KR" dirty="0"/>
              <a:t>$( </a:t>
            </a:r>
            <a:r>
              <a:rPr lang="ko-KR" altLang="en-US" dirty="0" err="1"/>
              <a:t>선택자</a:t>
            </a:r>
            <a:r>
              <a:rPr lang="ko-KR" altLang="en-US" dirty="0"/>
              <a:t> </a:t>
            </a:r>
            <a:r>
              <a:rPr lang="en-US" altLang="ko-KR" dirty="0"/>
              <a:t>).</a:t>
            </a:r>
            <a:r>
              <a:rPr lang="en-US" altLang="ko-KR" dirty="0" err="1"/>
              <a:t>css</a:t>
            </a:r>
            <a:r>
              <a:rPr lang="en-US" altLang="ko-KR" dirty="0"/>
              <a:t>( “</a:t>
            </a:r>
            <a:r>
              <a:rPr lang="ko-KR" altLang="en-US" dirty="0"/>
              <a:t>속성</a:t>
            </a:r>
            <a:r>
              <a:rPr lang="en-US" altLang="ko-KR" dirty="0"/>
              <a:t>” , “</a:t>
            </a:r>
            <a:r>
              <a:rPr lang="ko-KR" altLang="en-US" dirty="0"/>
              <a:t>속성값</a:t>
            </a:r>
            <a:r>
              <a:rPr lang="en-US" altLang="ko-KR" dirty="0"/>
              <a:t>” );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B1A6F4A-A286-EB4D-1D8D-CA8BB440DD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B5D1A5-F806-425A-9DBA-FFEFBD49271E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2DB99A2-8CAA-236F-0A83-0E0CEFBF6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6EF9101-B446-F4BD-4FAE-826107A135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Style </a:t>
            </a:r>
            <a:r>
              <a:rPr lang="ko-KR" altLang="en-US" dirty="0"/>
              <a:t>변경하기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5BD900B-DEDB-2BFB-251B-EEC00F0DBD4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6950"/>
          <a:stretch/>
        </p:blipFill>
        <p:spPr>
          <a:xfrm>
            <a:off x="1348579" y="2297280"/>
            <a:ext cx="6470713" cy="93787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CB75878-1D0D-3306-4A8F-3707BFA73A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48579" y="3429000"/>
            <a:ext cx="8482302" cy="929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04766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C842813-7E2A-E6B1-E4A3-8386DA6963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52953"/>
            <a:ext cx="10515600" cy="3951715"/>
          </a:xfrm>
        </p:spPr>
        <p:txBody>
          <a:bodyPr/>
          <a:lstStyle/>
          <a:p>
            <a:r>
              <a:rPr lang="en-US" altLang="ko-KR" dirty="0"/>
              <a:t>$( </a:t>
            </a:r>
            <a:r>
              <a:rPr lang="ko-KR" altLang="en-US" dirty="0" err="1"/>
              <a:t>선택자</a:t>
            </a:r>
            <a:r>
              <a:rPr lang="ko-KR" altLang="en-US" dirty="0"/>
              <a:t> </a:t>
            </a:r>
            <a:r>
              <a:rPr lang="en-US" altLang="ko-KR" dirty="0"/>
              <a:t>).</a:t>
            </a:r>
            <a:r>
              <a:rPr lang="en-US" altLang="ko-KR" dirty="0" err="1"/>
              <a:t>attr</a:t>
            </a:r>
            <a:r>
              <a:rPr lang="en-US" altLang="ko-KR" dirty="0"/>
              <a:t>( “</a:t>
            </a:r>
            <a:r>
              <a:rPr lang="ko-KR" altLang="en-US" dirty="0"/>
              <a:t>속성</a:t>
            </a:r>
            <a:r>
              <a:rPr lang="en-US" altLang="ko-KR" dirty="0"/>
              <a:t>”, “</a:t>
            </a:r>
            <a:r>
              <a:rPr lang="ko-KR" altLang="en-US" dirty="0"/>
              <a:t>속성값</a:t>
            </a:r>
            <a:r>
              <a:rPr lang="en-US" altLang="ko-KR" dirty="0"/>
              <a:t>” );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B1A6F4A-A286-EB4D-1D8D-CA8BB440DD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036C01-29C8-4356-867C-858C0299D4BA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2DB99A2-8CAA-236F-0A83-0E0CEFBF6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6EF9101-B446-F4BD-4FAE-826107A135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속성</a:t>
            </a:r>
            <a:r>
              <a:rPr lang="en-US" altLang="ko-KR" dirty="0"/>
              <a:t> </a:t>
            </a:r>
            <a:r>
              <a:rPr lang="ko-KR" altLang="en-US" dirty="0"/>
              <a:t>변경하기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3AAEE4B-5FE6-4AD5-ACD4-FBAAFA51010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9501"/>
          <a:stretch/>
        </p:blipFill>
        <p:spPr>
          <a:xfrm>
            <a:off x="1127787" y="2317508"/>
            <a:ext cx="9188522" cy="776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20855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C842813-7E2A-E6B1-E4A3-8386DA6963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8799"/>
            <a:ext cx="10515600" cy="3775869"/>
          </a:xfrm>
        </p:spPr>
        <p:txBody>
          <a:bodyPr/>
          <a:lstStyle/>
          <a:p>
            <a:r>
              <a:rPr lang="en-US" altLang="ko-KR" dirty="0"/>
              <a:t>$( </a:t>
            </a:r>
            <a:r>
              <a:rPr lang="ko-KR" altLang="en-US" dirty="0" err="1"/>
              <a:t>선택자</a:t>
            </a:r>
            <a:r>
              <a:rPr lang="ko-KR" altLang="en-US" dirty="0"/>
              <a:t> </a:t>
            </a:r>
            <a:r>
              <a:rPr lang="en-US" altLang="ko-KR" dirty="0"/>
              <a:t>).text( “</a:t>
            </a:r>
            <a:r>
              <a:rPr lang="ko-KR" altLang="en-US" dirty="0"/>
              <a:t>글자</a:t>
            </a:r>
            <a:r>
              <a:rPr lang="en-US" altLang="ko-KR" dirty="0"/>
              <a:t>” );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B1A6F4A-A286-EB4D-1D8D-CA8BB440DD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3A684-92AA-4621-B0CF-14638871D68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2DB99A2-8CAA-236F-0A83-0E0CEFBF6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6EF9101-B446-F4BD-4FAE-826107A135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Text </a:t>
            </a:r>
            <a:r>
              <a:rPr lang="ko-KR" altLang="en-US" dirty="0"/>
              <a:t>변경하기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8E6E7EA-D4BA-5005-4D68-ED37DBBADB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9690" y="2641547"/>
            <a:ext cx="8921150" cy="600462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C88045A0-1B00-D6D1-53A8-672B7095AC60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778"/>
          <a:stretch/>
        </p:blipFill>
        <p:spPr>
          <a:xfrm>
            <a:off x="1189690" y="3489040"/>
            <a:ext cx="8921150" cy="1039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9606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C842813-7E2A-E6B1-E4A3-8386DA6963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5213"/>
            <a:ext cx="10515600" cy="4039456"/>
          </a:xfrm>
        </p:spPr>
        <p:txBody>
          <a:bodyPr/>
          <a:lstStyle/>
          <a:p>
            <a:r>
              <a:rPr lang="en-US" altLang="ko-KR" dirty="0"/>
              <a:t>$( </a:t>
            </a:r>
            <a:r>
              <a:rPr lang="ko-KR" altLang="en-US" dirty="0" err="1"/>
              <a:t>선택자</a:t>
            </a:r>
            <a:r>
              <a:rPr lang="ko-KR" altLang="en-US" dirty="0"/>
              <a:t> </a:t>
            </a:r>
            <a:r>
              <a:rPr lang="en-US" altLang="ko-KR" dirty="0"/>
              <a:t>).html( html );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B1A6F4A-A286-EB4D-1D8D-CA8BB440DD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86ECB9-F333-460B-8243-B140B099B856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2DB99A2-8CAA-236F-0A83-0E0CEFBF6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6EF9101-B446-F4BD-4FAE-826107A135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HTML </a:t>
            </a:r>
            <a:r>
              <a:rPr lang="ko-KR" altLang="en-US" dirty="0"/>
              <a:t>변경하기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FD7BE1D-3147-003F-8E6B-BB4EA7D1CBD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866"/>
          <a:stretch/>
        </p:blipFill>
        <p:spPr>
          <a:xfrm>
            <a:off x="1371602" y="3489331"/>
            <a:ext cx="8159262" cy="103256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D1C47D65-6FB4-3D08-303C-3DCE8F1063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1" y="2440257"/>
            <a:ext cx="8159262" cy="7560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22292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C842813-7E2A-E6B1-E4A3-8386DA6963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76399"/>
            <a:ext cx="10515600" cy="3928269"/>
          </a:xfrm>
        </p:spPr>
        <p:txBody>
          <a:bodyPr/>
          <a:lstStyle/>
          <a:p>
            <a:r>
              <a:rPr lang="ko-KR" altLang="en-US" dirty="0"/>
              <a:t>선택된 요소의 자식 요소 중 마지막으로 추가</a:t>
            </a:r>
            <a:endParaRPr lang="en-US" altLang="ko-KR" dirty="0"/>
          </a:p>
          <a:p>
            <a:r>
              <a:rPr lang="en-US" altLang="ko-KR" dirty="0"/>
              <a:t>$( </a:t>
            </a:r>
            <a:r>
              <a:rPr lang="ko-KR" altLang="en-US" dirty="0" err="1"/>
              <a:t>선택자</a:t>
            </a:r>
            <a:r>
              <a:rPr lang="ko-KR" altLang="en-US" dirty="0"/>
              <a:t> </a:t>
            </a:r>
            <a:r>
              <a:rPr lang="en-US" altLang="ko-KR" dirty="0"/>
              <a:t>).append( </a:t>
            </a:r>
            <a:r>
              <a:rPr lang="ko-KR" altLang="en-US" dirty="0"/>
              <a:t>요소 </a:t>
            </a:r>
            <a:r>
              <a:rPr lang="en-US" altLang="ko-KR" dirty="0"/>
              <a:t>);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B1A6F4A-A286-EB4D-1D8D-CA8BB440DD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C4A3CF-B251-4174-95CC-E05481A1D315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2DB99A2-8CAA-236F-0A83-0E0CEFBF6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6EF9101-B446-F4BD-4FAE-826107A135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요소 추가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72823A46-94FB-B8D3-81AA-44A4470AF06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210"/>
          <a:stretch/>
        </p:blipFill>
        <p:spPr>
          <a:xfrm>
            <a:off x="1168400" y="4335643"/>
            <a:ext cx="5092972" cy="1015402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0A83CEF9-3DC3-B20A-6314-B3CF43390A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8400" y="3015819"/>
            <a:ext cx="5092972" cy="1055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06070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C842813-7E2A-E6B1-E4A3-8386DA6963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70185"/>
            <a:ext cx="10515600" cy="4346410"/>
          </a:xfrm>
        </p:spPr>
        <p:txBody>
          <a:bodyPr>
            <a:normAutofit/>
          </a:bodyPr>
          <a:lstStyle/>
          <a:p>
            <a:r>
              <a:rPr lang="en-US" altLang="ko-KR" dirty="0"/>
              <a:t>$( </a:t>
            </a:r>
            <a:r>
              <a:rPr lang="ko-KR" altLang="en-US" dirty="0" err="1"/>
              <a:t>선택자</a:t>
            </a:r>
            <a:r>
              <a:rPr lang="ko-KR" altLang="en-US" dirty="0"/>
              <a:t> </a:t>
            </a:r>
            <a:r>
              <a:rPr lang="en-US" altLang="ko-KR" dirty="0"/>
              <a:t>).prepend( </a:t>
            </a:r>
            <a:r>
              <a:rPr lang="ko-KR" altLang="en-US" dirty="0"/>
              <a:t>요소 </a:t>
            </a:r>
            <a:r>
              <a:rPr lang="en-US" altLang="ko-KR" dirty="0"/>
              <a:t>);</a:t>
            </a:r>
          </a:p>
          <a:p>
            <a:pPr lvl="1"/>
            <a:r>
              <a:rPr lang="ko-KR" altLang="en-US" dirty="0"/>
              <a:t>선택된 요소의 자식 요소 중 첫번째로 추가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en-US" altLang="ko-KR" dirty="0"/>
              <a:t>$( </a:t>
            </a:r>
            <a:r>
              <a:rPr lang="ko-KR" altLang="en-US" dirty="0" err="1"/>
              <a:t>선택자</a:t>
            </a:r>
            <a:r>
              <a:rPr lang="ko-KR" altLang="en-US" dirty="0"/>
              <a:t> </a:t>
            </a:r>
            <a:r>
              <a:rPr lang="en-US" altLang="ko-KR" dirty="0"/>
              <a:t>).before( </a:t>
            </a:r>
            <a:r>
              <a:rPr lang="ko-KR" altLang="en-US" dirty="0"/>
              <a:t>요소 </a:t>
            </a:r>
            <a:r>
              <a:rPr lang="en-US" altLang="ko-KR" dirty="0"/>
              <a:t>);</a:t>
            </a:r>
          </a:p>
          <a:p>
            <a:pPr lvl="1"/>
            <a:r>
              <a:rPr lang="ko-KR" altLang="en-US" dirty="0"/>
              <a:t>선택된 요소의 형제 요소로 이전 형제로 추가</a:t>
            </a:r>
            <a:endParaRPr lang="en-US" altLang="ko-KR" dirty="0"/>
          </a:p>
          <a:p>
            <a:pPr marL="457200" lvl="1" indent="0">
              <a:buNone/>
            </a:pPr>
            <a:endParaRPr lang="en-US" altLang="ko-KR" dirty="0"/>
          </a:p>
          <a:p>
            <a:r>
              <a:rPr lang="en-US" altLang="ko-KR" dirty="0"/>
              <a:t>$( </a:t>
            </a:r>
            <a:r>
              <a:rPr lang="ko-KR" altLang="en-US" dirty="0" err="1"/>
              <a:t>선택자</a:t>
            </a:r>
            <a:r>
              <a:rPr lang="ko-KR" altLang="en-US" dirty="0"/>
              <a:t> </a:t>
            </a:r>
            <a:r>
              <a:rPr lang="en-US" altLang="ko-KR" dirty="0"/>
              <a:t>).after( </a:t>
            </a:r>
            <a:r>
              <a:rPr lang="ko-KR" altLang="en-US" dirty="0"/>
              <a:t>요소 </a:t>
            </a:r>
            <a:r>
              <a:rPr lang="en-US" altLang="ko-KR" dirty="0"/>
              <a:t>);</a:t>
            </a:r>
          </a:p>
          <a:p>
            <a:pPr lvl="1"/>
            <a:r>
              <a:rPr lang="ko-KR" altLang="en-US" dirty="0"/>
              <a:t>선택된 요소의 형제 요소로 다음 형제로 추가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B1A6F4A-A286-EB4D-1D8D-CA8BB440DD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1DB70-0F68-4734-AC35-81B3119E5791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2DB99A2-8CAA-236F-0A83-0E0CEFBF6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6EF9101-B446-F4BD-4FAE-826107A135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요소 추가</a:t>
            </a:r>
          </a:p>
        </p:txBody>
      </p:sp>
    </p:spTree>
    <p:extLst>
      <p:ext uri="{BB962C8B-B14F-4D97-AF65-F5344CB8AC3E}">
        <p14:creationId xmlns:p14="http://schemas.microsoft.com/office/powerpoint/2010/main" val="7269339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579CBAF0-84FE-5884-36E7-439D6034DE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6833"/>
            <a:ext cx="10515600" cy="4351338"/>
          </a:xfrm>
        </p:spPr>
        <p:txBody>
          <a:bodyPr>
            <a:normAutofit/>
          </a:bodyPr>
          <a:lstStyle/>
          <a:p>
            <a:r>
              <a:rPr lang="en-US" altLang="ko-KR" dirty="0"/>
              <a:t>$( </a:t>
            </a:r>
            <a:r>
              <a:rPr lang="ko-KR" altLang="en-US" dirty="0" err="1"/>
              <a:t>선택자</a:t>
            </a:r>
            <a:r>
              <a:rPr lang="ko-KR" altLang="en-US" dirty="0"/>
              <a:t> </a:t>
            </a:r>
            <a:r>
              <a:rPr lang="en-US" altLang="ko-KR" dirty="0"/>
              <a:t>).remove();</a:t>
            </a:r>
          </a:p>
          <a:p>
            <a:pPr lvl="1"/>
            <a:r>
              <a:rPr lang="ko-KR" altLang="en-US" dirty="0"/>
              <a:t>선택한 요소를 </a:t>
            </a:r>
            <a:r>
              <a:rPr lang="en-US" altLang="ko-KR" dirty="0"/>
              <a:t>DOM </a:t>
            </a:r>
            <a:r>
              <a:rPr lang="ko-KR" altLang="en-US" dirty="0"/>
              <a:t>트리에서 삭제</a:t>
            </a:r>
            <a:endParaRPr lang="en-US" altLang="ko-KR" dirty="0"/>
          </a:p>
          <a:p>
            <a:pPr lvl="1"/>
            <a:r>
              <a:rPr lang="ko-KR" altLang="en-US" dirty="0"/>
              <a:t>인자로 선택자를 넘겨주면</a:t>
            </a:r>
            <a:r>
              <a:rPr lang="en-US" altLang="ko-KR" dirty="0"/>
              <a:t>, </a:t>
            </a:r>
            <a:r>
              <a:rPr lang="ko-KR" altLang="en-US" dirty="0"/>
              <a:t>선택한 요소 중 조건을 만족하는 요소만 삭제</a:t>
            </a:r>
            <a:endParaRPr lang="en-US" altLang="ko-KR" dirty="0"/>
          </a:p>
          <a:p>
            <a:pPr marL="457200" lvl="1" indent="0">
              <a:buNone/>
            </a:pPr>
            <a:endParaRPr lang="en-US" altLang="ko-KR" dirty="0"/>
          </a:p>
          <a:p>
            <a:r>
              <a:rPr lang="en-US" altLang="ko-KR" dirty="0"/>
              <a:t>$( </a:t>
            </a:r>
            <a:r>
              <a:rPr lang="ko-KR" altLang="en-US" dirty="0" err="1"/>
              <a:t>선택자</a:t>
            </a:r>
            <a:r>
              <a:rPr lang="ko-KR" altLang="en-US" dirty="0"/>
              <a:t> </a:t>
            </a:r>
            <a:r>
              <a:rPr lang="en-US" altLang="ko-KR" dirty="0"/>
              <a:t>).empty();</a:t>
            </a:r>
          </a:p>
          <a:p>
            <a:pPr lvl="1"/>
            <a:r>
              <a:rPr lang="ko-KR" altLang="en-US" dirty="0"/>
              <a:t>선택한 요소의 자식 요소를 모두 삭제</a:t>
            </a:r>
            <a:endParaRPr lang="en-US" altLang="ko-KR" dirty="0"/>
          </a:p>
          <a:p>
            <a:pPr lvl="1"/>
            <a:r>
              <a:rPr lang="ko-KR" altLang="en-US" dirty="0"/>
              <a:t>선택된 요소는 남아 있고 그 안이 다 비워진다</a:t>
            </a:r>
            <a:endParaRPr lang="en-US" altLang="ko-KR" dirty="0"/>
          </a:p>
          <a:p>
            <a:pPr lvl="1"/>
            <a:endParaRPr lang="en-US" altLang="ko-KR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35CCEA7-16E9-9E67-1115-038DE0B8807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2BB2CA8-B8C6-46E7-AADF-463A9ACC40B2}" type="datetime6">
              <a:rPr lang="ko-KR" altLang="en-US" smtClean="0"/>
              <a:pPr/>
              <a:t>2024년 6월</a:t>
            </a:fld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25C17A-888D-399E-6B03-AE089A07E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9FED357E-617A-86E4-8AA9-89C1FB886F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요소 삭제</a:t>
            </a:r>
          </a:p>
        </p:txBody>
      </p:sp>
    </p:spTree>
    <p:extLst>
      <p:ext uri="{BB962C8B-B14F-4D97-AF65-F5344CB8AC3E}">
        <p14:creationId xmlns:p14="http://schemas.microsoft.com/office/powerpoint/2010/main" val="4381781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C842813-7E2A-E6B1-E4A3-8386DA6963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8751" y="1395046"/>
            <a:ext cx="10515600" cy="5267229"/>
          </a:xfrm>
        </p:spPr>
        <p:txBody>
          <a:bodyPr>
            <a:normAutofit/>
          </a:bodyPr>
          <a:lstStyle/>
          <a:p>
            <a:r>
              <a:rPr lang="en-US" altLang="ko-KR" sz="2400" dirty="0"/>
              <a:t>$(</a:t>
            </a:r>
            <a:r>
              <a:rPr lang="ko-KR" altLang="en-US" sz="2400" dirty="0"/>
              <a:t> </a:t>
            </a:r>
            <a:r>
              <a:rPr lang="ko-KR" altLang="en-US" sz="2400" dirty="0" err="1"/>
              <a:t>선택자</a:t>
            </a:r>
            <a:r>
              <a:rPr lang="ko-KR" altLang="en-US" sz="2400" dirty="0"/>
              <a:t> </a:t>
            </a:r>
            <a:r>
              <a:rPr lang="en-US" altLang="ko-KR" sz="2400" dirty="0"/>
              <a:t>).parent().</a:t>
            </a:r>
            <a:r>
              <a:rPr lang="ko-KR" altLang="en-US" sz="2400" dirty="0"/>
              <a:t>함수</a:t>
            </a:r>
            <a:r>
              <a:rPr lang="en-US" altLang="ko-KR" sz="2400" dirty="0"/>
              <a:t>()</a:t>
            </a:r>
          </a:p>
          <a:p>
            <a:pPr lvl="1"/>
            <a:r>
              <a:rPr lang="ko-KR" altLang="en-US" sz="2000" dirty="0"/>
              <a:t>바로 위에 존재하는 하나의 부모 요소 선택</a:t>
            </a:r>
            <a:endParaRPr lang="en-US" altLang="ko-KR" sz="2000" dirty="0"/>
          </a:p>
          <a:p>
            <a:pPr lvl="1"/>
            <a:endParaRPr lang="en-US" altLang="ko-KR" sz="1200" dirty="0"/>
          </a:p>
          <a:p>
            <a:r>
              <a:rPr lang="en-US" altLang="ko-KR" sz="2400" dirty="0"/>
              <a:t>$(</a:t>
            </a:r>
            <a:r>
              <a:rPr lang="ko-KR" altLang="en-US" sz="2400" dirty="0"/>
              <a:t> </a:t>
            </a:r>
            <a:r>
              <a:rPr lang="ko-KR" altLang="en-US" sz="2400" dirty="0" err="1"/>
              <a:t>선택자</a:t>
            </a:r>
            <a:r>
              <a:rPr lang="ko-KR" altLang="en-US" sz="2400" dirty="0"/>
              <a:t> </a:t>
            </a:r>
            <a:r>
              <a:rPr lang="en-US" altLang="ko-KR" sz="2400" dirty="0"/>
              <a:t>).parents().</a:t>
            </a:r>
            <a:r>
              <a:rPr lang="ko-KR" altLang="en-US" sz="2400" dirty="0"/>
              <a:t>함수</a:t>
            </a:r>
            <a:r>
              <a:rPr lang="en-US" altLang="ko-KR" sz="2400" dirty="0"/>
              <a:t>()</a:t>
            </a:r>
          </a:p>
          <a:p>
            <a:pPr lvl="1"/>
            <a:r>
              <a:rPr lang="ko-KR" altLang="en-US" sz="2000" dirty="0"/>
              <a:t>바로 위 </a:t>
            </a:r>
            <a:r>
              <a:rPr lang="ko-KR" altLang="en-US" sz="2000" dirty="0" err="1"/>
              <a:t>부모뿐만</a:t>
            </a:r>
            <a:r>
              <a:rPr lang="ko-KR" altLang="en-US" sz="2000" dirty="0"/>
              <a:t> 아니라 부모의 부모</a:t>
            </a:r>
            <a:r>
              <a:rPr lang="en-US" altLang="ko-KR" sz="2000" dirty="0"/>
              <a:t>, </a:t>
            </a:r>
            <a:r>
              <a:rPr lang="ko-KR" altLang="en-US" sz="2000" dirty="0"/>
              <a:t>모든 조상을 선택</a:t>
            </a:r>
            <a:endParaRPr lang="en-US" altLang="ko-KR" sz="2000" dirty="0"/>
          </a:p>
          <a:p>
            <a:pPr lvl="1"/>
            <a:endParaRPr lang="en-US" altLang="ko-KR" sz="1200" dirty="0"/>
          </a:p>
          <a:p>
            <a:r>
              <a:rPr lang="en-US" altLang="ko-KR" sz="2400" dirty="0"/>
              <a:t>$( </a:t>
            </a:r>
            <a:r>
              <a:rPr lang="ko-KR" altLang="en-US" sz="2400" dirty="0" err="1"/>
              <a:t>선택자</a:t>
            </a:r>
            <a:r>
              <a:rPr lang="ko-KR" altLang="en-US" sz="2400" dirty="0"/>
              <a:t> </a:t>
            </a:r>
            <a:r>
              <a:rPr lang="en-US" altLang="ko-KR" sz="2400" dirty="0"/>
              <a:t>).next().</a:t>
            </a:r>
            <a:r>
              <a:rPr lang="ko-KR" altLang="en-US" sz="2400" dirty="0"/>
              <a:t>함수</a:t>
            </a:r>
            <a:r>
              <a:rPr lang="en-US" altLang="ko-KR" sz="2400" dirty="0"/>
              <a:t>()</a:t>
            </a:r>
          </a:p>
          <a:p>
            <a:pPr lvl="1"/>
            <a:r>
              <a:rPr lang="ko-KR" altLang="en-US" sz="2000" dirty="0"/>
              <a:t>선택된 요소 바로 다음에 위치한 형제 요소 선택</a:t>
            </a:r>
            <a:endParaRPr lang="en-US" altLang="ko-KR" sz="2000" dirty="0"/>
          </a:p>
          <a:p>
            <a:pPr marL="457200" lvl="1" indent="0">
              <a:buNone/>
            </a:pPr>
            <a:endParaRPr lang="en-US" altLang="ko-KR" sz="1200" dirty="0"/>
          </a:p>
          <a:p>
            <a:r>
              <a:rPr lang="en-US" altLang="ko-KR" sz="2400" dirty="0"/>
              <a:t>$( </a:t>
            </a:r>
            <a:r>
              <a:rPr lang="ko-KR" altLang="en-US" sz="2400" dirty="0" err="1"/>
              <a:t>선택자</a:t>
            </a:r>
            <a:r>
              <a:rPr lang="ko-KR" altLang="en-US" sz="2400" dirty="0"/>
              <a:t> </a:t>
            </a:r>
            <a:r>
              <a:rPr lang="en-US" altLang="ko-KR" sz="2400" dirty="0"/>
              <a:t>).</a:t>
            </a:r>
            <a:r>
              <a:rPr lang="en-US" altLang="ko-KR" sz="2400" dirty="0" err="1"/>
              <a:t>prev</a:t>
            </a:r>
            <a:r>
              <a:rPr lang="en-US" altLang="ko-KR" sz="2400" dirty="0"/>
              <a:t>().</a:t>
            </a:r>
            <a:r>
              <a:rPr lang="ko-KR" altLang="en-US" sz="2400" dirty="0"/>
              <a:t>함수</a:t>
            </a:r>
            <a:r>
              <a:rPr lang="en-US" altLang="ko-KR" sz="2400" dirty="0"/>
              <a:t>()</a:t>
            </a:r>
          </a:p>
          <a:p>
            <a:pPr lvl="1"/>
            <a:r>
              <a:rPr lang="ko-KR" altLang="en-US" sz="2000" dirty="0"/>
              <a:t>선택된 요소 바로 이전에 위치한 형제 요소 선택</a:t>
            </a:r>
            <a:endParaRPr lang="en-US" altLang="ko-KR" sz="2000" dirty="0"/>
          </a:p>
          <a:p>
            <a:pPr marL="457200" lvl="1" indent="0">
              <a:buNone/>
            </a:pPr>
            <a:endParaRPr lang="en-US" altLang="ko-KR" sz="1200" dirty="0"/>
          </a:p>
          <a:p>
            <a:r>
              <a:rPr lang="en-US" altLang="ko-KR" sz="2400" dirty="0"/>
              <a:t>$( </a:t>
            </a:r>
            <a:r>
              <a:rPr lang="ko-KR" altLang="en-US" sz="2400" dirty="0" err="1"/>
              <a:t>선택자</a:t>
            </a:r>
            <a:r>
              <a:rPr lang="ko-KR" altLang="en-US" sz="2400" dirty="0"/>
              <a:t> </a:t>
            </a:r>
            <a:r>
              <a:rPr lang="en-US" altLang="ko-KR" sz="2400" dirty="0"/>
              <a:t>).children().</a:t>
            </a:r>
            <a:r>
              <a:rPr lang="ko-KR" altLang="en-US" sz="2400" dirty="0"/>
              <a:t>함수</a:t>
            </a:r>
            <a:r>
              <a:rPr lang="en-US" altLang="ko-KR" sz="2400" dirty="0"/>
              <a:t>()</a:t>
            </a:r>
          </a:p>
          <a:p>
            <a:pPr lvl="1"/>
            <a:r>
              <a:rPr lang="ko-KR" altLang="en-US" sz="2000" dirty="0"/>
              <a:t>선택된 요소의 자식 요소 모두 선택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B1A6F4A-A286-EB4D-1D8D-CA8BB440DD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B75D2-EEC5-4AE3-8019-9DC60282201D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2DB99A2-8CAA-236F-0A83-0E0CEFBF6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6EF9101-B446-F4BD-4FAE-826107A135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요소 탐색</a:t>
            </a:r>
          </a:p>
        </p:txBody>
      </p:sp>
    </p:spTree>
    <p:extLst>
      <p:ext uri="{BB962C8B-B14F-4D97-AF65-F5344CB8AC3E}">
        <p14:creationId xmlns:p14="http://schemas.microsoft.com/office/powerpoint/2010/main" val="38606006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C842813-7E2A-E6B1-E4A3-8386DA6963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5384"/>
            <a:ext cx="10515600" cy="4712993"/>
          </a:xfrm>
        </p:spPr>
        <p:txBody>
          <a:bodyPr>
            <a:normAutofit lnSpcReduction="10000"/>
          </a:bodyPr>
          <a:lstStyle/>
          <a:p>
            <a:r>
              <a:rPr lang="en-US" altLang="ko-KR" dirty="0"/>
              <a:t>$(</a:t>
            </a:r>
            <a:r>
              <a:rPr lang="ko-KR" altLang="en-US" dirty="0"/>
              <a:t> </a:t>
            </a:r>
            <a:r>
              <a:rPr lang="ko-KR" altLang="en-US" dirty="0" err="1"/>
              <a:t>선택자</a:t>
            </a:r>
            <a:r>
              <a:rPr lang="ko-KR" altLang="en-US" dirty="0"/>
              <a:t> </a:t>
            </a:r>
            <a:r>
              <a:rPr lang="en-US" altLang="ko-KR" dirty="0"/>
              <a:t>).</a:t>
            </a:r>
            <a:r>
              <a:rPr lang="en-US" altLang="ko-KR" dirty="0" err="1"/>
              <a:t>addClass</a:t>
            </a:r>
            <a:r>
              <a:rPr lang="en-US" altLang="ko-KR" dirty="0"/>
              <a:t>(“</a:t>
            </a:r>
            <a:r>
              <a:rPr lang="ko-KR" altLang="en-US" dirty="0"/>
              <a:t>클래스명</a:t>
            </a:r>
            <a:r>
              <a:rPr lang="en-US" altLang="ko-KR" dirty="0"/>
              <a:t>”)</a:t>
            </a:r>
          </a:p>
          <a:p>
            <a:pPr lvl="1"/>
            <a:r>
              <a:rPr lang="ko-KR" altLang="en-US" dirty="0"/>
              <a:t>선택된 요소에 클래스 추가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en-US" altLang="ko-KR" dirty="0"/>
              <a:t>$( </a:t>
            </a:r>
            <a:r>
              <a:rPr lang="ko-KR" altLang="en-US" dirty="0" err="1"/>
              <a:t>선택자</a:t>
            </a:r>
            <a:r>
              <a:rPr lang="ko-KR" altLang="en-US" dirty="0"/>
              <a:t> </a:t>
            </a:r>
            <a:r>
              <a:rPr lang="en-US" altLang="ko-KR" dirty="0"/>
              <a:t>).</a:t>
            </a:r>
            <a:r>
              <a:rPr lang="en-US" altLang="ko-KR" dirty="0" err="1"/>
              <a:t>removeClass</a:t>
            </a:r>
            <a:r>
              <a:rPr lang="en-US" altLang="ko-KR" dirty="0"/>
              <a:t>(“</a:t>
            </a:r>
            <a:r>
              <a:rPr lang="ko-KR" altLang="en-US" dirty="0"/>
              <a:t>클래스명</a:t>
            </a:r>
            <a:r>
              <a:rPr lang="en-US" altLang="ko-KR" dirty="0"/>
              <a:t>”)</a:t>
            </a:r>
          </a:p>
          <a:p>
            <a:pPr lvl="1"/>
            <a:r>
              <a:rPr lang="ko-KR" altLang="en-US" dirty="0"/>
              <a:t>선택된 요소에 클래스 삭제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en-US" altLang="ko-KR" dirty="0"/>
              <a:t>$( </a:t>
            </a:r>
            <a:r>
              <a:rPr lang="ko-KR" altLang="en-US" dirty="0" err="1"/>
              <a:t>선택자</a:t>
            </a:r>
            <a:r>
              <a:rPr lang="ko-KR" altLang="en-US" dirty="0"/>
              <a:t> </a:t>
            </a:r>
            <a:r>
              <a:rPr lang="en-US" altLang="ko-KR" dirty="0"/>
              <a:t>).</a:t>
            </a:r>
            <a:r>
              <a:rPr lang="en-US" altLang="ko-KR" dirty="0" err="1"/>
              <a:t>hasClass</a:t>
            </a:r>
            <a:r>
              <a:rPr lang="en-US" altLang="ko-KR" dirty="0"/>
              <a:t>(“</a:t>
            </a:r>
            <a:r>
              <a:rPr lang="ko-KR" altLang="en-US" dirty="0"/>
              <a:t>클래스명</a:t>
            </a:r>
            <a:r>
              <a:rPr lang="en-US" altLang="ko-KR" dirty="0"/>
              <a:t>”)</a:t>
            </a:r>
          </a:p>
          <a:p>
            <a:pPr lvl="1"/>
            <a:r>
              <a:rPr lang="ko-KR" altLang="en-US" dirty="0"/>
              <a:t>선택된 요소에 클래스가 있는지 여부 확인</a:t>
            </a:r>
            <a:endParaRPr lang="en-US" altLang="ko-KR" dirty="0"/>
          </a:p>
          <a:p>
            <a:pPr lvl="1"/>
            <a:r>
              <a:rPr lang="en-US" altLang="ko-KR" dirty="0"/>
              <a:t>Return </a:t>
            </a:r>
            <a:r>
              <a:rPr lang="ko-KR" altLang="en-US" dirty="0"/>
              <a:t>값은 </a:t>
            </a:r>
            <a:r>
              <a:rPr lang="en-US" altLang="ko-KR" dirty="0"/>
              <a:t>true </a:t>
            </a:r>
            <a:r>
              <a:rPr lang="ko-KR" altLang="en-US" dirty="0"/>
              <a:t>와 </a:t>
            </a:r>
            <a:r>
              <a:rPr lang="en-US" altLang="ko-KR" dirty="0"/>
              <a:t>false </a:t>
            </a:r>
            <a:r>
              <a:rPr lang="ko-KR" altLang="en-US" dirty="0"/>
              <a:t>로 나온다</a:t>
            </a:r>
            <a:r>
              <a:rPr lang="en-US" altLang="ko-KR" dirty="0"/>
              <a:t>.</a:t>
            </a:r>
          </a:p>
          <a:p>
            <a:pPr marL="457200" lvl="1" indent="0">
              <a:buNone/>
            </a:pPr>
            <a:endParaRPr lang="en-US" altLang="ko-KR" dirty="0"/>
          </a:p>
          <a:p>
            <a:r>
              <a:rPr lang="en-US" altLang="ko-KR" dirty="0"/>
              <a:t>$( </a:t>
            </a:r>
            <a:r>
              <a:rPr lang="ko-KR" altLang="en-US" dirty="0" err="1"/>
              <a:t>선택자</a:t>
            </a:r>
            <a:r>
              <a:rPr lang="ko-KR" altLang="en-US" dirty="0"/>
              <a:t> </a:t>
            </a:r>
            <a:r>
              <a:rPr lang="en-US" altLang="ko-KR" dirty="0"/>
              <a:t>).</a:t>
            </a:r>
            <a:r>
              <a:rPr lang="en-US" altLang="ko-KR" dirty="0" err="1"/>
              <a:t>toggleClass</a:t>
            </a:r>
            <a:r>
              <a:rPr lang="en-US" altLang="ko-KR" dirty="0"/>
              <a:t>(“</a:t>
            </a:r>
            <a:r>
              <a:rPr lang="ko-KR" altLang="en-US" dirty="0"/>
              <a:t>클래스명</a:t>
            </a:r>
            <a:r>
              <a:rPr lang="en-US" altLang="ko-KR" dirty="0"/>
              <a:t>”)</a:t>
            </a:r>
          </a:p>
          <a:p>
            <a:pPr lvl="1"/>
            <a:r>
              <a:rPr lang="ko-KR" altLang="en-US" dirty="0"/>
              <a:t>선택된 요소에 클래스가 있으면 추가</a:t>
            </a:r>
            <a:r>
              <a:rPr lang="en-US" altLang="ko-KR" dirty="0"/>
              <a:t>, </a:t>
            </a:r>
            <a:r>
              <a:rPr lang="ko-KR" altLang="en-US" dirty="0"/>
              <a:t>없으면 삭제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B1A6F4A-A286-EB4D-1D8D-CA8BB440DD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63B89-B0EC-47A7-BE83-DA4783A6149C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2DB99A2-8CAA-236F-0A83-0E0CEFBF6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6EF9101-B446-F4BD-4FAE-826107A135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클래스 조작하기</a:t>
            </a:r>
          </a:p>
        </p:txBody>
      </p:sp>
    </p:spTree>
    <p:extLst>
      <p:ext uri="{BB962C8B-B14F-4D97-AF65-F5344CB8AC3E}">
        <p14:creationId xmlns:p14="http://schemas.microsoft.com/office/powerpoint/2010/main" val="38872842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2024-06-18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 </a:t>
            </a:r>
            <a:r>
              <a:rPr lang="ko-KR" altLang="en-US" dirty="0"/>
              <a:t>이미지 바꾸기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[jQuery 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과일 사진 변경하기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17265241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2024-06-18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 </a:t>
            </a:r>
            <a:r>
              <a:rPr lang="ko-KR" altLang="en-US" dirty="0"/>
              <a:t>사각형 색상 변경하기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[jQuery 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사각형 색상 변경하기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28112606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8000" dirty="0"/>
              <a:t>jQuery </a:t>
            </a:r>
            <a:r>
              <a:rPr lang="ko-KR" altLang="en-US" sz="8000" dirty="0"/>
              <a:t>이벤트 </a:t>
            </a:r>
            <a:r>
              <a:rPr lang="ko-KR" altLang="en-US" sz="8000" dirty="0" err="1"/>
              <a:t>리스너</a:t>
            </a:r>
            <a:endParaRPr lang="ko-KR" altLang="en-US" sz="8000" dirty="0"/>
          </a:p>
        </p:txBody>
      </p:sp>
    </p:spTree>
    <p:extLst>
      <p:ext uri="{BB962C8B-B14F-4D97-AF65-F5344CB8AC3E}">
        <p14:creationId xmlns:p14="http://schemas.microsoft.com/office/powerpoint/2010/main" val="27702894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내용 개체 틀 7">
            <a:extLst>
              <a:ext uri="{FF2B5EF4-FFF2-40B4-BE49-F238E27FC236}">
                <a16:creationId xmlns:a16="http://schemas.microsoft.com/office/drawing/2014/main" id="{1AEB33C3-5321-3B50-C873-0D66CDA356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9296" y="1570891"/>
            <a:ext cx="10515600" cy="4258409"/>
          </a:xfrm>
        </p:spPr>
        <p:txBody>
          <a:bodyPr>
            <a:normAutofit/>
          </a:bodyPr>
          <a:lstStyle/>
          <a:p>
            <a:r>
              <a:rPr lang="ko-KR" altLang="en-US" b="1" dirty="0"/>
              <a:t>이벤트가 발생했을 때 그 처리</a:t>
            </a:r>
            <a:r>
              <a:rPr lang="ko-KR" altLang="en-US" dirty="0"/>
              <a:t>를 담당하는 함수</a:t>
            </a:r>
            <a:endParaRPr lang="en-US" altLang="ko-KR" dirty="0"/>
          </a:p>
          <a:p>
            <a:r>
              <a:rPr lang="en-US" altLang="ko-KR" dirty="0"/>
              <a:t>Event listener = Event handler</a:t>
            </a:r>
          </a:p>
          <a:p>
            <a:r>
              <a:rPr lang="ko-KR" altLang="en-US" dirty="0"/>
              <a:t>이벤트 </a:t>
            </a:r>
            <a:endParaRPr lang="en-US" altLang="ko-KR" dirty="0"/>
          </a:p>
          <a:p>
            <a:pPr lvl="1"/>
            <a:r>
              <a:rPr lang="ko-KR" altLang="en-US" dirty="0"/>
              <a:t>웹 브라우저가 알려주는 </a:t>
            </a:r>
            <a:r>
              <a:rPr lang="en-US" altLang="ko-KR" dirty="0"/>
              <a:t>HTML </a:t>
            </a:r>
            <a:r>
              <a:rPr lang="ko-KR" altLang="en-US" dirty="0"/>
              <a:t>요소에 대한 사건</a:t>
            </a:r>
            <a:endParaRPr lang="en-US" altLang="ko-KR" dirty="0"/>
          </a:p>
          <a:p>
            <a:pPr lvl="1"/>
            <a:r>
              <a:rPr lang="en-US" altLang="ko-KR" dirty="0"/>
              <a:t>Ex. </a:t>
            </a:r>
            <a:r>
              <a:rPr lang="ko-KR" altLang="en-US" dirty="0"/>
              <a:t>클릭</a:t>
            </a:r>
            <a:r>
              <a:rPr lang="en-US" altLang="ko-KR" dirty="0"/>
              <a:t>, </a:t>
            </a:r>
            <a:r>
              <a:rPr lang="ko-KR" altLang="en-US" dirty="0"/>
              <a:t>스크롤</a:t>
            </a:r>
            <a:r>
              <a:rPr lang="en-US" altLang="ko-KR" dirty="0"/>
              <a:t>, </a:t>
            </a:r>
            <a:r>
              <a:rPr lang="ko-KR" altLang="en-US" dirty="0" err="1"/>
              <a:t>마우스오버</a:t>
            </a:r>
            <a:r>
              <a:rPr lang="ko-KR" altLang="en-US" dirty="0"/>
              <a:t> 등</a:t>
            </a:r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0C40107-E1A9-4A6E-95AE-996A5A219DAE}" type="datetime6">
              <a:rPr lang="ko-KR" altLang="en-US" smtClean="0"/>
              <a:pPr/>
              <a:t>2024년 6월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8503AFDF-F3D5-4842-AD62-640A2C6A15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B8A9657E-FE9F-79B6-ACEE-21FF34A5C3CF}"/>
              </a:ext>
            </a:extLst>
          </p:cNvPr>
          <p:cNvSpPr txBox="1">
            <a:spLocks/>
          </p:cNvSpPr>
          <p:nvPr/>
        </p:nvSpPr>
        <p:spPr>
          <a:xfrm>
            <a:off x="251788" y="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/>
              <a:t>이벤트 </a:t>
            </a:r>
            <a:r>
              <a:rPr lang="ko-KR" altLang="en-US" dirty="0" err="1"/>
              <a:t>리스너란</a:t>
            </a:r>
            <a:r>
              <a:rPr lang="en-US" altLang="ko-KR" dirty="0"/>
              <a:t>?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7444138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0E118-13FA-729A-60AF-684E084F479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0C40107-E1A9-4A6E-95AE-996A5A219DAE}" type="datetime6">
              <a:rPr lang="ko-KR" altLang="en-US" smtClean="0"/>
              <a:pPr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4786A31-D818-35BC-E175-84E0289FB6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E1DA36C-65CF-DE57-B375-6D86D2A7DA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로딩 이벤트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B18DF8E-238C-6B07-9918-4EB81DB4D305}"/>
              </a:ext>
            </a:extLst>
          </p:cNvPr>
          <p:cNvSpPr txBox="1"/>
          <p:nvPr/>
        </p:nvSpPr>
        <p:spPr>
          <a:xfrm>
            <a:off x="927100" y="2336800"/>
            <a:ext cx="58166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ko-KR" sz="4000" dirty="0"/>
              <a:t>.ready()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altLang="ko-KR" sz="40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ko-KR" sz="4000" dirty="0"/>
              <a:t>$()</a:t>
            </a:r>
            <a:endParaRPr lang="ko-KR" altLang="en-US" sz="4000" dirty="0"/>
          </a:p>
        </p:txBody>
      </p:sp>
    </p:spTree>
    <p:extLst>
      <p:ext uri="{BB962C8B-B14F-4D97-AF65-F5344CB8AC3E}">
        <p14:creationId xmlns:p14="http://schemas.microsoft.com/office/powerpoint/2010/main" val="2126216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0E118-13FA-729A-60AF-684E084F479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0C40107-E1A9-4A6E-95AE-996A5A219DAE}" type="datetime6">
              <a:rPr lang="ko-KR" altLang="en-US" smtClean="0"/>
              <a:pPr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4786A31-D818-35BC-E175-84E0289FB6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E1DA36C-65CF-DE57-B375-6D86D2A7DA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마우스 이벤트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B18DF8E-238C-6B07-9918-4EB81DB4D305}"/>
              </a:ext>
            </a:extLst>
          </p:cNvPr>
          <p:cNvSpPr txBox="1"/>
          <p:nvPr/>
        </p:nvSpPr>
        <p:spPr>
          <a:xfrm>
            <a:off x="927100" y="1422400"/>
            <a:ext cx="5816600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ko-KR" sz="4000" dirty="0"/>
              <a:t>click()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altLang="ko-KR" sz="40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ko-KR" sz="4000" dirty="0"/>
              <a:t>mouseover()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altLang="ko-KR" sz="40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ko-KR" sz="4000" dirty="0"/>
              <a:t>hover()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altLang="ko-KR" sz="40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ko-KR" sz="4000" dirty="0"/>
              <a:t>scroll()</a:t>
            </a:r>
            <a:endParaRPr lang="ko-KR" altLang="en-US" sz="4000" dirty="0"/>
          </a:p>
        </p:txBody>
      </p:sp>
    </p:spTree>
    <p:extLst>
      <p:ext uri="{BB962C8B-B14F-4D97-AF65-F5344CB8AC3E}">
        <p14:creationId xmlns:p14="http://schemas.microsoft.com/office/powerpoint/2010/main" val="42359029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0E118-13FA-729A-60AF-684E084F479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0C40107-E1A9-4A6E-95AE-996A5A219DAE}" type="datetime6">
              <a:rPr lang="ko-KR" altLang="en-US" smtClean="0"/>
              <a:pPr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4786A31-D818-35BC-E175-84E0289FB6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E1DA36C-65CF-DE57-B375-6D86D2A7DA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키보드 이벤트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95436D-B94A-D0CB-EA1D-8879B97ECFF3}"/>
              </a:ext>
            </a:extLst>
          </p:cNvPr>
          <p:cNvSpPr txBox="1"/>
          <p:nvPr/>
        </p:nvSpPr>
        <p:spPr>
          <a:xfrm>
            <a:off x="927100" y="2336800"/>
            <a:ext cx="58166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ko-KR" sz="4000" dirty="0" err="1"/>
              <a:t>keydown</a:t>
            </a:r>
            <a:r>
              <a:rPr lang="en-US" altLang="ko-KR" sz="4000" dirty="0"/>
              <a:t>()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altLang="ko-KR" sz="40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ko-KR" sz="4000" dirty="0" err="1"/>
              <a:t>keyup</a:t>
            </a:r>
            <a:r>
              <a:rPr lang="en-US" altLang="ko-KR" sz="4000" dirty="0"/>
              <a:t>()</a:t>
            </a:r>
            <a:endParaRPr lang="ko-KR" altLang="en-US" sz="4000" dirty="0"/>
          </a:p>
        </p:txBody>
      </p:sp>
    </p:spTree>
    <p:extLst>
      <p:ext uri="{BB962C8B-B14F-4D97-AF65-F5344CB8AC3E}">
        <p14:creationId xmlns:p14="http://schemas.microsoft.com/office/powerpoint/2010/main" val="67473007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2024-06-18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 </a:t>
            </a:r>
            <a:r>
              <a:rPr lang="ko-KR" altLang="en-US" dirty="0"/>
              <a:t>스케줄 등록하기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[jQuery 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스케줄 등록하기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314642759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D19FB4-986D-4FC6-AD5D-B6B26371E2D3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A50DDFE-54D2-37E9-EA82-08E7A948E1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실습</a:t>
            </a:r>
            <a:r>
              <a:rPr lang="en-US" altLang="ko-KR" dirty="0">
                <a:solidFill>
                  <a:schemeClr val="accent1"/>
                </a:solidFill>
              </a:rPr>
              <a:t>. </a:t>
            </a:r>
            <a:r>
              <a:rPr lang="ko-KR" altLang="en-US" dirty="0"/>
              <a:t>스케줄 등록하기</a:t>
            </a:r>
          </a:p>
        </p:txBody>
      </p:sp>
      <p:pic>
        <p:nvPicPr>
          <p:cNvPr id="3" name="녹화_2022_07_05_18_33_09_772">
            <a:hlinkClick r:id="" action="ppaction://media"/>
            <a:extLst>
              <a:ext uri="{FF2B5EF4-FFF2-40B4-BE49-F238E27FC236}">
                <a16:creationId xmlns:a16="http://schemas.microsoft.com/office/drawing/2014/main" id="{ABE72F9B-ADAC-9BEE-85CD-2F9174D80F4D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147533" y="1307921"/>
            <a:ext cx="6619527" cy="4940628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E53D4044-716A-5E62-5B13-BA8C95F6865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7100" y="4405944"/>
            <a:ext cx="5198358" cy="1639958"/>
          </a:xfrm>
          <a:prstGeom prst="rect">
            <a:avLst/>
          </a:prstGeom>
        </p:spPr>
      </p:pic>
      <p:sp>
        <p:nvSpPr>
          <p:cNvPr id="7" name="내용 개체 틀 7">
            <a:extLst>
              <a:ext uri="{FF2B5EF4-FFF2-40B4-BE49-F238E27FC236}">
                <a16:creationId xmlns:a16="http://schemas.microsoft.com/office/drawing/2014/main" id="{803EE476-4864-6682-56A7-C17F6E03E59D}"/>
              </a:ext>
            </a:extLst>
          </p:cNvPr>
          <p:cNvSpPr txBox="1">
            <a:spLocks/>
          </p:cNvSpPr>
          <p:nvPr/>
        </p:nvSpPr>
        <p:spPr>
          <a:xfrm>
            <a:off x="627100" y="3778235"/>
            <a:ext cx="5996315" cy="56217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ko-KR" altLang="en-US" sz="2800" dirty="0"/>
              <a:t>힌트</a:t>
            </a:r>
            <a:r>
              <a:rPr lang="en-US" altLang="ko-KR" sz="2800" dirty="0"/>
              <a:t>. on(“click”, function(){});</a:t>
            </a:r>
            <a:endParaRPr lang="ko-KR" altLang="en-US" sz="2800" dirty="0"/>
          </a:p>
        </p:txBody>
      </p:sp>
    </p:spTree>
    <p:extLst>
      <p:ext uri="{BB962C8B-B14F-4D97-AF65-F5344CB8AC3E}">
        <p14:creationId xmlns:p14="http://schemas.microsoft.com/office/powerpoint/2010/main" val="20139426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309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3_Office 테마">
  <a:themeElements>
    <a:clrScheme name="코딩온_새싹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6EC173"/>
      </a:accent1>
      <a:accent2>
        <a:srgbClr val="B4D56D"/>
      </a:accent2>
      <a:accent3>
        <a:srgbClr val="F99F2C"/>
      </a:accent3>
      <a:accent4>
        <a:srgbClr val="FFDB83"/>
      </a:accent4>
      <a:accent5>
        <a:srgbClr val="2894FF"/>
      </a:accent5>
      <a:accent6>
        <a:srgbClr val="A5A5A5"/>
      </a:accent6>
      <a:hlink>
        <a:srgbClr val="2894FF"/>
      </a:hlink>
      <a:folHlink>
        <a:srgbClr val="954F72"/>
      </a:folHlink>
    </a:clrScheme>
    <a:fontScheme name="PretendardGOV">
      <a:majorFont>
        <a:latin typeface="PretendardGOV"/>
        <a:ea typeface="PretendardGOV"/>
        <a:cs typeface=""/>
      </a:majorFont>
      <a:minorFont>
        <a:latin typeface="PretendardGOV"/>
        <a:ea typeface="PretendardGOV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1341</TotalTime>
  <Words>849</Words>
  <Application>Microsoft Office PowerPoint</Application>
  <PresentationFormat>와이드스크린</PresentationFormat>
  <Paragraphs>238</Paragraphs>
  <Slides>26</Slides>
  <Notes>20</Notes>
  <HiddenSlides>0</HiddenSlides>
  <MMClips>1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26</vt:i4>
      </vt:variant>
    </vt:vector>
  </HeadingPairs>
  <TitlesOfParts>
    <vt:vector size="30" baseType="lpstr">
      <vt:lpstr>PretendardGOV</vt:lpstr>
      <vt:lpstr>맑은 고딕</vt:lpstr>
      <vt:lpstr>Arial</vt:lpstr>
      <vt:lpstr>3_Office 테마</vt:lpstr>
      <vt:lpstr>웹 개발자 부트캠프 과정</vt:lpstr>
      <vt:lpstr>jQuery 란?</vt:lpstr>
      <vt:lpstr>jQuery</vt:lpstr>
      <vt:lpstr>jQuery 장점</vt:lpstr>
      <vt:lpstr>jQuery 사용</vt:lpstr>
      <vt:lpstr>jQuery 기초</vt:lpstr>
      <vt:lpstr>jQuery 메서드</vt:lpstr>
      <vt:lpstr>값 가져오기 &amp; 설정하기</vt:lpstr>
      <vt:lpstr>Style 변경하기</vt:lpstr>
      <vt:lpstr>속성 변경하기</vt:lpstr>
      <vt:lpstr>Text 변경하기</vt:lpstr>
      <vt:lpstr>HTML 변경하기</vt:lpstr>
      <vt:lpstr>요소 추가</vt:lpstr>
      <vt:lpstr>요소 추가</vt:lpstr>
      <vt:lpstr>요소 삭제</vt:lpstr>
      <vt:lpstr>요소 탐색</vt:lpstr>
      <vt:lpstr>클래스 조작하기</vt:lpstr>
      <vt:lpstr>실습.  이미지 바꾸기</vt:lpstr>
      <vt:lpstr>실습.  사각형 색상 변경하기</vt:lpstr>
      <vt:lpstr>jQuery 이벤트 리스너</vt:lpstr>
      <vt:lpstr>PowerPoint 프레젠테이션</vt:lpstr>
      <vt:lpstr>로딩 이벤트</vt:lpstr>
      <vt:lpstr>마우스 이벤트</vt:lpstr>
      <vt:lpstr>키보드 이벤트</vt:lpstr>
      <vt:lpstr>실습.  스케줄 등록하기</vt:lpstr>
      <vt:lpstr>실습. 스케줄 등록하기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김규리</dc:creator>
  <cp:lastModifiedBy>On Coding</cp:lastModifiedBy>
  <cp:revision>152</cp:revision>
  <dcterms:created xsi:type="dcterms:W3CDTF">2022-06-26T11:10:22Z</dcterms:created>
  <dcterms:modified xsi:type="dcterms:W3CDTF">2024-06-18T07:11:54Z</dcterms:modified>
</cp:coreProperties>
</file>