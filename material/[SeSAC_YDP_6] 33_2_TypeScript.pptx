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649" r:id="rId2"/>
    <p:sldId id="657" r:id="rId3"/>
    <p:sldId id="273" r:id="rId4"/>
    <p:sldId id="274" r:id="rId5"/>
    <p:sldId id="275" r:id="rId6"/>
    <p:sldId id="276" r:id="rId7"/>
    <p:sldId id="277" r:id="rId8"/>
    <p:sldId id="278" r:id="rId9"/>
    <p:sldId id="662" r:id="rId10"/>
    <p:sldId id="658" r:id="rId11"/>
    <p:sldId id="284" r:id="rId12"/>
    <p:sldId id="293" r:id="rId13"/>
    <p:sldId id="6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53"/>
    <a:srgbClr val="FFFFFF"/>
    <a:srgbClr val="FF6600"/>
    <a:srgbClr val="14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9" autoAdjust="0"/>
    <p:restoredTop sz="74000" autoAdjust="0"/>
  </p:normalViewPr>
  <p:slideViewPr>
    <p:cSldViewPr snapToGrid="0">
      <p:cViewPr varScale="1">
        <p:scale>
          <a:sx n="56" d="100"/>
          <a:sy n="56" d="100"/>
        </p:scale>
        <p:origin x="102" y="8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36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0F02C-F923-483B-B7AF-E4D1E093BA0E}" type="datetimeFigureOut">
              <a:rPr lang="ko-KR" altLang="en-US" smtClean="0"/>
              <a:t>2024-08-20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8C33-55A0-4375-B4B0-E8B5C9E6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어떤 식으로 선언하는지는 </a:t>
            </a:r>
            <a:r>
              <a:rPr lang="ko-KR" altLang="en-US" dirty="0" err="1"/>
              <a:t>다음장에</a:t>
            </a:r>
            <a:r>
              <a:rPr lang="en-US" altLang="ko-KR" dirty="0" smtClean="0"/>
              <a:t>!</a:t>
            </a:r>
          </a:p>
          <a:p>
            <a:r>
              <a:rPr lang="en-US" altLang="ko-KR" dirty="0" smtClean="0"/>
              <a:t>JS</a:t>
            </a:r>
            <a:r>
              <a:rPr lang="ko-KR" altLang="en-US" dirty="0" smtClean="0"/>
              <a:t>와 매우 유사하지만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+)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함수의 매개변수와 반환 값에 대한 타입을 명시할 수 있다는 특징</a:t>
            </a:r>
            <a:r>
              <a:rPr lang="en-US" altLang="ko-KR" baseline="0" dirty="0" smtClean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61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1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19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901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130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02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TS </a:t>
            </a:r>
            <a:r>
              <a:rPr lang="ko-KR" altLang="en-US" dirty="0" smtClean="0"/>
              <a:t>타입을 </a:t>
            </a:r>
            <a:r>
              <a:rPr lang="ko-KR" altLang="en-US" dirty="0" err="1" smtClean="0"/>
              <a:t>매개변수화</a:t>
            </a:r>
            <a:r>
              <a:rPr lang="ko-KR" altLang="en-US" dirty="0" smtClean="0"/>
              <a:t> 할 수 있는 기능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구체적으로 정의하지 않고도 다양한</a:t>
            </a:r>
            <a:r>
              <a:rPr lang="ko-KR" altLang="en-US" baseline="0" dirty="0" smtClean="0"/>
              <a:t> 타입에 대해 유연하게 사용할 수 있도록 해줌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baseline="0" dirty="0" smtClean="0">
                <a:sym typeface="Wingdings" panose="05000000000000000000" pitchFamily="2" charset="2"/>
              </a:rPr>
              <a:t>타입 매개변수를 사용하여 특정 타입을 일반화하여 정의할 수 있게 함</a:t>
            </a:r>
            <a:r>
              <a:rPr lang="en-US" altLang="ko-KR" baseline="0" dirty="0" smtClean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baseline="0" dirty="0" smtClean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29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&lt;T&gt; : T</a:t>
            </a:r>
            <a:r>
              <a:rPr lang="ko-KR" altLang="en-US" dirty="0" smtClean="0"/>
              <a:t>는 타입 매개변수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함수는 어떤 타입 </a:t>
            </a:r>
            <a:r>
              <a:rPr lang="en-US" altLang="ko-KR" dirty="0" smtClean="0"/>
              <a:t>‘T’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받아들이며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타입 </a:t>
            </a:r>
            <a:r>
              <a:rPr lang="en-US" altLang="ko-KR" dirty="0" smtClean="0"/>
              <a:t>‘T’</a:t>
            </a:r>
            <a:r>
              <a:rPr lang="ko-KR" altLang="en-US" dirty="0" smtClean="0"/>
              <a:t>를 반환함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4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7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0656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0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5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9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803720-1D09-7264-F98E-D3595539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78B66C-BC83-4996-7206-5ADE2A91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532711-54AF-63A3-7F29-E8E98700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함수에서의 </a:t>
            </a:r>
            <a:r>
              <a:rPr lang="en-US" altLang="ko-KR" dirty="0"/>
              <a:t>type </a:t>
            </a:r>
            <a:r>
              <a:rPr lang="ko-KR" altLang="en-US" dirty="0"/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416722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6A7A5-6193-14D6-9112-5BCD1F0C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선언시에 타입설정</a:t>
            </a:r>
            <a:r>
              <a:rPr lang="en-US" altLang="ko-KR" dirty="0"/>
              <a:t>, </a:t>
            </a:r>
            <a:r>
              <a:rPr lang="ko-KR" altLang="en-US" dirty="0"/>
              <a:t>호출할 땐 기존처럼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>
                <a:solidFill>
                  <a:schemeClr val="accent1"/>
                </a:solidFill>
              </a:rPr>
              <a:t>매개변수 타입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>
                <a:solidFill>
                  <a:schemeClr val="accent1"/>
                </a:solidFill>
              </a:rPr>
              <a:t>함수의 </a:t>
            </a:r>
            <a:r>
              <a:rPr lang="en-US" altLang="ko-KR" dirty="0">
                <a:solidFill>
                  <a:schemeClr val="accent1"/>
                </a:solidFill>
              </a:rPr>
              <a:t>return </a:t>
            </a:r>
            <a:r>
              <a:rPr lang="ko-KR" altLang="en-US" dirty="0">
                <a:solidFill>
                  <a:schemeClr val="accent1"/>
                </a:solidFill>
              </a:rPr>
              <a:t>타입</a:t>
            </a:r>
            <a:r>
              <a:rPr lang="ko-KR" altLang="en-US" dirty="0"/>
              <a:t>에 따라 함수 전체 타입 설정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리턴 타입을 보고 타입을 추론할 수 있으므로 생략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sz="2000" dirty="0"/>
              <a:t>이미 알고 있는 타입 외에도 </a:t>
            </a:r>
            <a:r>
              <a:rPr lang="en-US" altLang="ko-KR" sz="2000" dirty="0"/>
              <a:t>never </a:t>
            </a:r>
            <a:r>
              <a:rPr lang="ko-KR" altLang="en-US" sz="2000" dirty="0"/>
              <a:t>과 </a:t>
            </a:r>
            <a:r>
              <a:rPr lang="en-US" altLang="ko-KR" sz="2000" dirty="0"/>
              <a:t>void </a:t>
            </a:r>
            <a:r>
              <a:rPr lang="ko-KR" altLang="en-US" sz="2000" dirty="0"/>
              <a:t>를 함수의 리턴 타입으로 설정 가능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E92ECA-05A2-FDCF-B68E-D3E8E9D0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선언과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06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93CEA5-1BB6-8820-9ED1-A0200944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9025" y="1826075"/>
            <a:ext cx="55213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j-lt"/>
              </a:rPr>
              <a:t>왼쪽의 </a:t>
            </a:r>
            <a:r>
              <a:rPr lang="en-US" altLang="ko-KR" sz="2400" dirty="0">
                <a:latin typeface="+mj-lt"/>
              </a:rPr>
              <a:t>sum</a:t>
            </a:r>
            <a:r>
              <a:rPr lang="ko-KR" altLang="en-US" sz="2400" dirty="0">
                <a:latin typeface="+mj-lt"/>
              </a:rPr>
              <a:t> 함수는 </a:t>
            </a:r>
            <a:r>
              <a:rPr lang="en-US" altLang="ko-KR" sz="2400" dirty="0">
                <a:latin typeface="+mj-lt"/>
              </a:rPr>
              <a:t>number</a:t>
            </a:r>
            <a:r>
              <a:rPr lang="ko-KR" altLang="en-US" sz="2400" dirty="0">
                <a:latin typeface="+mj-lt"/>
              </a:rPr>
              <a:t> 형 </a:t>
            </a:r>
            <a:r>
              <a:rPr lang="en-US" altLang="ko-KR" sz="2400" dirty="0">
                <a:latin typeface="+mj-lt"/>
              </a:rPr>
              <a:t>a, b</a:t>
            </a:r>
            <a:r>
              <a:rPr lang="ko-KR" altLang="en-US" sz="2400" dirty="0">
                <a:latin typeface="+mj-lt"/>
              </a:rPr>
              <a:t>를 매개변수로 받아 합을 </a:t>
            </a:r>
            <a:r>
              <a:rPr lang="en-US" altLang="ko-KR" sz="2400" dirty="0">
                <a:latin typeface="+mj-lt"/>
              </a:rPr>
              <a:t>return </a:t>
            </a:r>
            <a:r>
              <a:rPr lang="ko-KR" altLang="en-US" sz="2400" dirty="0">
                <a:latin typeface="+mj-lt"/>
              </a:rPr>
              <a:t>하는 함수입니다</a:t>
            </a:r>
            <a:r>
              <a:rPr lang="en-US" altLang="ko-KR" sz="2400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altLang="ko-KR" sz="2400" dirty="0" smtClean="0">
              <a:latin typeface="+mj-lt"/>
            </a:endParaRPr>
          </a:p>
          <a:p>
            <a:pPr marL="0" indent="0">
              <a:buNone/>
            </a:pPr>
            <a:endParaRPr lang="en-US" altLang="ko-KR" sz="2400" dirty="0">
              <a:latin typeface="+mj-lt"/>
            </a:endParaRPr>
          </a:p>
          <a:p>
            <a:pPr marL="0" indent="0">
              <a:buNone/>
            </a:pPr>
            <a:r>
              <a:rPr lang="ko-KR" altLang="en-US" sz="2400" dirty="0">
                <a:latin typeface="+mj-lt"/>
              </a:rPr>
              <a:t>매개변수 </a:t>
            </a:r>
            <a:r>
              <a:rPr lang="en-US" altLang="ko-KR" sz="2400" dirty="0">
                <a:latin typeface="+mj-lt"/>
              </a:rPr>
              <a:t>a, b</a:t>
            </a:r>
            <a:r>
              <a:rPr lang="ko-KR" altLang="en-US" sz="2400" dirty="0">
                <a:latin typeface="+mj-lt"/>
              </a:rPr>
              <a:t>의 </a:t>
            </a:r>
            <a:r>
              <a:rPr lang="en-US" altLang="ko-KR" sz="2400" dirty="0">
                <a:latin typeface="+mj-lt"/>
              </a:rPr>
              <a:t>type </a:t>
            </a:r>
            <a:r>
              <a:rPr lang="ko-KR" altLang="en-US" sz="2400" dirty="0">
                <a:latin typeface="+mj-lt"/>
              </a:rPr>
              <a:t>설정</a:t>
            </a:r>
            <a:endParaRPr lang="en-US" altLang="ko-KR" sz="2400" dirty="0">
              <a:latin typeface="+mj-lt"/>
            </a:endParaRPr>
          </a:p>
          <a:p>
            <a:pPr marL="0" indent="0">
              <a:buNone/>
            </a:pPr>
            <a:r>
              <a:rPr lang="ko-KR" altLang="en-US" sz="2400" dirty="0">
                <a:latin typeface="+mj-lt"/>
              </a:rPr>
              <a:t>함수의 </a:t>
            </a:r>
            <a:r>
              <a:rPr lang="en-US" altLang="ko-KR" sz="2400" dirty="0">
                <a:latin typeface="+mj-lt"/>
              </a:rPr>
              <a:t>return type </a:t>
            </a:r>
            <a:r>
              <a:rPr lang="ko-KR" altLang="en-US" sz="2400" dirty="0">
                <a:latin typeface="+mj-lt"/>
              </a:rPr>
              <a:t>설정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3B26DF-D846-8C61-15F3-39F3C8E5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선언하는 방식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8A4C7-F1C1-C1C8-5AB4-C8C14E8C4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16777"/>
            <a:ext cx="4676656" cy="486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7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A586E9-C50D-AEC9-EB8A-6042AAAF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JS </a:t>
            </a:r>
            <a:r>
              <a:rPr lang="en-US" altLang="ko-KR" dirty="0" err="1"/>
              <a:t>vs.TS</a:t>
            </a:r>
            <a:endParaRPr lang="en-US" altLang="ko-KR" dirty="0"/>
          </a:p>
          <a:p>
            <a:r>
              <a:rPr lang="en-US" altLang="ko-KR" sz="2400" dirty="0"/>
              <a:t>JS:</a:t>
            </a:r>
            <a:r>
              <a:rPr lang="ko-KR" altLang="en-US" sz="2400" dirty="0"/>
              <a:t> 매개변수 선언하고</a:t>
            </a:r>
            <a:r>
              <a:rPr lang="en-US" altLang="ko-KR" sz="2400" dirty="0"/>
              <a:t>, </a:t>
            </a:r>
            <a:r>
              <a:rPr lang="ko-KR" altLang="en-US" sz="2400" dirty="0"/>
              <a:t>호출 시 </a:t>
            </a:r>
            <a:r>
              <a:rPr lang="en-US" altLang="ko-KR" sz="2400" dirty="0"/>
              <a:t>parameter </a:t>
            </a:r>
            <a:r>
              <a:rPr lang="ko-KR" altLang="en-US" sz="2400" dirty="0"/>
              <a:t>전달하지 않아도 오류 </a:t>
            </a:r>
            <a:r>
              <a:rPr lang="en-US" altLang="ko-KR" sz="2400" dirty="0"/>
              <a:t>x</a:t>
            </a:r>
          </a:p>
          <a:p>
            <a:r>
              <a:rPr lang="en-US" altLang="ko-KR" sz="2400" dirty="0"/>
              <a:t>TS:</a:t>
            </a:r>
            <a:r>
              <a:rPr lang="ko-KR" altLang="en-US" sz="2400" dirty="0"/>
              <a:t> 매개변수를</a:t>
            </a:r>
            <a:r>
              <a:rPr lang="en-US" altLang="ko-KR" sz="2400" dirty="0"/>
              <a:t> 2</a:t>
            </a:r>
            <a:r>
              <a:rPr lang="ko-KR" altLang="en-US" sz="2400" dirty="0"/>
              <a:t>개 선언했다면</a:t>
            </a:r>
            <a:r>
              <a:rPr lang="en-US" altLang="ko-KR" sz="2400" dirty="0"/>
              <a:t>, </a:t>
            </a:r>
            <a:r>
              <a:rPr lang="ko-KR" altLang="en-US" sz="2400" dirty="0"/>
              <a:t>호출했을 때 반드시 모든 값 전달해줘야 함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9E94A1-319C-9599-6DED-37677516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83C7-8AB1-7BF6-F554-61FDD5E600C1}"/>
              </a:ext>
            </a:extLst>
          </p:cNvPr>
          <p:cNvSpPr txBox="1"/>
          <p:nvPr/>
        </p:nvSpPr>
        <p:spPr>
          <a:xfrm>
            <a:off x="838200" y="3519400"/>
            <a:ext cx="3373179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4335F-F5E8-08A2-06EF-F843C4368A0E}"/>
              </a:ext>
            </a:extLst>
          </p:cNvPr>
          <p:cNvSpPr txBox="1"/>
          <p:nvPr/>
        </p:nvSpPr>
        <p:spPr>
          <a:xfrm>
            <a:off x="838200" y="4442730"/>
            <a:ext cx="3373179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0F7610-AD78-89E6-4666-AE7095F7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59" y="3519400"/>
            <a:ext cx="6057861" cy="1294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655A8-ECB7-129B-5991-99D62F8DD739}"/>
              </a:ext>
            </a:extLst>
          </p:cNvPr>
          <p:cNvSpPr txBox="1"/>
          <p:nvPr/>
        </p:nvSpPr>
        <p:spPr>
          <a:xfrm>
            <a:off x="5392351" y="4948431"/>
            <a:ext cx="5470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세 개의 매개변수를 가진 함수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만들었지만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호출 시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parameter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 전달했기 때문에 오류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CB4D4-2A18-D2DE-945C-A3C167D2F56F}"/>
              </a:ext>
            </a:extLst>
          </p:cNvPr>
          <p:cNvSpPr txBox="1"/>
          <p:nvPr/>
        </p:nvSpPr>
        <p:spPr>
          <a:xfrm>
            <a:off x="5392351" y="5685919"/>
            <a:ext cx="4503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들어오지 않을 변수를 처리하기 위해서는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?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이용</a:t>
            </a:r>
          </a:p>
        </p:txBody>
      </p:sp>
    </p:spTree>
    <p:extLst>
      <p:ext uri="{BB962C8B-B14F-4D97-AF65-F5344CB8AC3E}">
        <p14:creationId xmlns:p14="http://schemas.microsoft.com/office/powerpoint/2010/main" val="272954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BF055-E82A-70AE-361E-F50F1AE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세번째 매개변수인 </a:t>
            </a:r>
            <a:r>
              <a:rPr lang="en-US" altLang="ko-KR" dirty="0"/>
              <a:t>c</a:t>
            </a:r>
            <a:r>
              <a:rPr lang="ko-KR" altLang="en-US" dirty="0"/>
              <a:t>에게 값을 전달하지 않는 경우가 생긴다면 </a:t>
            </a:r>
            <a:r>
              <a:rPr lang="en-US" altLang="ko-KR" dirty="0"/>
              <a:t>?</a:t>
            </a:r>
            <a:r>
              <a:rPr lang="ko-KR" altLang="en-US" dirty="0"/>
              <a:t>를 이용해서 </a:t>
            </a:r>
            <a:r>
              <a:rPr lang="en-US" altLang="ko-KR" dirty="0"/>
              <a:t>undefined</a:t>
            </a:r>
            <a:r>
              <a:rPr lang="ko-KR" altLang="en-US" dirty="0"/>
              <a:t>가 될 수도 있음을 정의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59DB12-00AC-EB8C-A856-F95F2F89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F4C05-24EB-6FBE-B235-0A55E47EE7D9}"/>
              </a:ext>
            </a:extLst>
          </p:cNvPr>
          <p:cNvSpPr txBox="1"/>
          <p:nvPr/>
        </p:nvSpPr>
        <p:spPr>
          <a:xfrm>
            <a:off x="2612508" y="3027885"/>
            <a:ext cx="6966984" cy="1754326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5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46252-E352-9259-7F60-DAFEE4C76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ko-KR" altLang="en-US" dirty="0"/>
              <a:t>란 </a:t>
            </a:r>
            <a:r>
              <a:rPr lang="ko-KR" altLang="en-US" dirty="0" err="1"/>
              <a:t>비어있다는</a:t>
            </a:r>
            <a:r>
              <a:rPr lang="ko-KR" altLang="en-US" dirty="0"/>
              <a:t>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리턴이 없는 함수는 </a:t>
            </a:r>
            <a:r>
              <a:rPr lang="en-US" altLang="ko-KR" dirty="0"/>
              <a:t>void</a:t>
            </a:r>
            <a:r>
              <a:rPr lang="ko-KR" altLang="en-US" dirty="0"/>
              <a:t>로 설정할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1639E2-6366-2A7F-EF14-EF1B5E23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리턴 타입이 없을 때 </a:t>
            </a:r>
            <a:r>
              <a:rPr lang="en-US" altLang="ko-KR" dirty="0">
                <a:solidFill>
                  <a:schemeClr val="accent1"/>
                </a:solidFill>
              </a:rPr>
              <a:t>void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039C5-A096-8E26-D844-9FE97968BFB0}"/>
              </a:ext>
            </a:extLst>
          </p:cNvPr>
          <p:cNvSpPr txBox="1"/>
          <p:nvPr/>
        </p:nvSpPr>
        <p:spPr>
          <a:xfrm>
            <a:off x="1990023" y="3228012"/>
            <a:ext cx="7240604" cy="147732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6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1CCFD-4470-A069-AC2B-4B6A7EC8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조건에서도 함수의 끝에 도달할 수 없을 때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7F403E-E2CB-7386-2366-174EC725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끝이 없는 함수 </a:t>
            </a:r>
            <a:r>
              <a:rPr lang="en-US" altLang="ko-KR" dirty="0">
                <a:solidFill>
                  <a:schemeClr val="accent1"/>
                </a:solidFill>
              </a:rPr>
              <a:t>never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06765-8510-80C0-0DAB-B68283A1FE4C}"/>
              </a:ext>
            </a:extLst>
          </p:cNvPr>
          <p:cNvSpPr txBox="1"/>
          <p:nvPr/>
        </p:nvSpPr>
        <p:spPr>
          <a:xfrm>
            <a:off x="2028524" y="2690336"/>
            <a:ext cx="4420402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goingOn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31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/>
              <a:t>함수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/>
              <a:t>함수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6625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A3CFE3-D015-1FED-9D67-3DF8931F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82D006-F293-2CB7-EF14-6FF8DAC2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9AC155-5065-3237-1EAE-781321C3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</a:t>
            </a:r>
            <a:r>
              <a:rPr lang="en-US" altLang="ko-KR" dirty="0"/>
              <a:t>generic &lt;T&gt;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07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23BEA-7C5B-5705-1477-830F1841D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4"/>
            <a:ext cx="11353800" cy="506708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클래스</a:t>
            </a:r>
            <a:r>
              <a:rPr lang="en-US" altLang="ko-KR" sz="2400" dirty="0"/>
              <a:t>, </a:t>
            </a:r>
            <a:r>
              <a:rPr lang="ko-KR" altLang="en-US" sz="2400" dirty="0"/>
              <a:t>함수</a:t>
            </a:r>
            <a:r>
              <a:rPr lang="en-US" altLang="ko-KR" sz="2400" dirty="0"/>
              <a:t>, </a:t>
            </a:r>
            <a:r>
              <a:rPr lang="ko-KR" altLang="en-US" sz="2400" dirty="0"/>
              <a:t>인터페이스에서 </a:t>
            </a:r>
            <a:r>
              <a:rPr lang="ko-KR" altLang="en-US" sz="2400" dirty="0">
                <a:solidFill>
                  <a:schemeClr val="accent1"/>
                </a:solidFill>
              </a:rPr>
              <a:t>다양한 타입으로 재사용 </a:t>
            </a: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ko-KR" altLang="en-US" sz="2400" dirty="0"/>
              <a:t>선언할 때는 타입 파라미터만 명시하고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생성 시점에 사용할 타입을 결정</a:t>
            </a:r>
            <a:r>
              <a:rPr lang="en-US" altLang="ko-KR" sz="2400" dirty="0"/>
              <a:t>!</a:t>
            </a:r>
          </a:p>
          <a:p>
            <a:r>
              <a:rPr lang="ko-KR" altLang="en-US" sz="2400" dirty="0" smtClean="0"/>
              <a:t>예를 들면</a:t>
            </a:r>
            <a:r>
              <a:rPr lang="en-US" altLang="ko-KR" sz="2400" dirty="0"/>
              <a:t>, </a:t>
            </a:r>
            <a:r>
              <a:rPr lang="ko-KR" altLang="en-US" sz="2400" dirty="0"/>
              <a:t>타입을 특정할 수 없는 함수가 있다면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배열을 매개변수로 받아 배열의 길이를 </a:t>
            </a:r>
            <a:r>
              <a:rPr lang="ko-KR" altLang="en-US" sz="2000" dirty="0" err="1"/>
              <a:t>리턴하는</a:t>
            </a:r>
            <a:r>
              <a:rPr lang="ko-KR" altLang="en-US" sz="2000" dirty="0"/>
              <a:t> 함수라면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sz="2000" dirty="0"/>
              <a:t>모든 타입의 데이터 타입이 들어올 수 있으므로 위처럼 사용할 수 있음</a:t>
            </a:r>
            <a:endParaRPr lang="en-US" altLang="ko-KR" sz="2000" dirty="0"/>
          </a:p>
          <a:p>
            <a:pPr lvl="1"/>
            <a:r>
              <a:rPr lang="ko-KR" altLang="en-US" sz="2000" dirty="0"/>
              <a:t>하지만 모든 데이터타입을 쓰거나 </a:t>
            </a:r>
            <a:r>
              <a:rPr lang="en-US" altLang="ko-KR" sz="2000" dirty="0"/>
              <a:t>any</a:t>
            </a:r>
            <a:r>
              <a:rPr lang="ko-KR" altLang="en-US" sz="2000" dirty="0"/>
              <a:t>를 쓰는 것은  </a:t>
            </a:r>
            <a:r>
              <a:rPr lang="en-US" altLang="ko-KR" sz="2000" dirty="0"/>
              <a:t>typescript</a:t>
            </a:r>
            <a:r>
              <a:rPr lang="ko-KR" altLang="en-US" sz="2000" dirty="0"/>
              <a:t> 를 사용하는 이유가 사라짐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3ED3B8-AEA3-0B90-29EE-B17EF7D7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E408A-FD38-963B-F240-28AF32791FE8}"/>
              </a:ext>
            </a:extLst>
          </p:cNvPr>
          <p:cNvSpPr txBox="1"/>
          <p:nvPr/>
        </p:nvSpPr>
        <p:spPr>
          <a:xfrm>
            <a:off x="1587966" y="3318117"/>
            <a:ext cx="10266744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80D27-CDA0-0A76-BEDE-B433207311D3}"/>
              </a:ext>
            </a:extLst>
          </p:cNvPr>
          <p:cNvSpPr txBox="1"/>
          <p:nvPr/>
        </p:nvSpPr>
        <p:spPr>
          <a:xfrm>
            <a:off x="1587966" y="4360430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00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AB02A-68AC-C5CE-2052-D45057B6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2416"/>
          </a:xfrm>
        </p:spPr>
        <p:txBody>
          <a:bodyPr>
            <a:normAutofit/>
          </a:bodyPr>
          <a:lstStyle/>
          <a:p>
            <a:r>
              <a:rPr lang="ko-KR" altLang="en-US" dirty="0"/>
              <a:t>함수를 호출할 때 데이터 타입을 지정할 수 있는 문법 </a:t>
            </a:r>
            <a:r>
              <a:rPr lang="en-US" altLang="ko-KR" dirty="0"/>
              <a:t>Generic!</a:t>
            </a:r>
          </a:p>
          <a:p>
            <a:endParaRPr lang="en-US" altLang="ko-KR" sz="1100" dirty="0"/>
          </a:p>
          <a:p>
            <a:r>
              <a:rPr lang="ko-KR" altLang="en-US" dirty="0"/>
              <a:t>선언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함수 호출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accent1"/>
                </a:solidFill>
              </a:rPr>
              <a:t>함수를 호출할 때</a:t>
            </a:r>
            <a:r>
              <a:rPr lang="ko-KR" altLang="en-US" dirty="0"/>
              <a:t> 매개변수로 들어갈 데이터 </a:t>
            </a:r>
            <a:r>
              <a:rPr lang="ko-KR" altLang="en-US" b="1" dirty="0">
                <a:solidFill>
                  <a:schemeClr val="accent1"/>
                </a:solidFill>
              </a:rPr>
              <a:t>타입을 설정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r>
              <a:rPr lang="ko-KR" altLang="en-US" dirty="0">
                <a:solidFill>
                  <a:schemeClr val="accent5"/>
                </a:solidFill>
              </a:rPr>
              <a:t>타입</a:t>
            </a:r>
            <a:r>
              <a:rPr lang="ko-KR" altLang="en-US" dirty="0"/>
              <a:t>을 함수의 </a:t>
            </a:r>
            <a:r>
              <a:rPr lang="ko-KR" altLang="en-US" dirty="0">
                <a:solidFill>
                  <a:schemeClr val="accent5"/>
                </a:solidFill>
              </a:rPr>
              <a:t>파라미터</a:t>
            </a:r>
            <a:r>
              <a:rPr lang="ko-KR" altLang="en-US" dirty="0"/>
              <a:t>처럼 사용할 수 있음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E931A3-6678-EF54-C86C-65328B61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B5EB7-66D4-4727-B26B-B27141EC24E2}"/>
              </a:ext>
            </a:extLst>
          </p:cNvPr>
          <p:cNvSpPr txBox="1"/>
          <p:nvPr/>
        </p:nvSpPr>
        <p:spPr>
          <a:xfrm>
            <a:off x="1218236" y="3150306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BF7DF-A340-7A4C-C39B-0E970AC76214}"/>
              </a:ext>
            </a:extLst>
          </p:cNvPr>
          <p:cNvSpPr txBox="1"/>
          <p:nvPr/>
        </p:nvSpPr>
        <p:spPr>
          <a:xfrm>
            <a:off x="1218236" y="4627807"/>
            <a:ext cx="609407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35409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 err="1"/>
              <a:t>제너릭</a:t>
            </a:r>
            <a:r>
              <a:rPr lang="ko-KR" altLang="en-US" dirty="0"/>
              <a:t>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 err="1"/>
              <a:t>제너릭</a:t>
            </a:r>
            <a:r>
              <a:rPr lang="ko-KR" altLang="en-US" sz="2800" b="1" dirty="0"/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07836173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1984</TotalTime>
  <Words>485</Words>
  <Application>Microsoft Office PowerPoint</Application>
  <PresentationFormat>와이드스크린</PresentationFormat>
  <Paragraphs>130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Pretendard GOV</vt:lpstr>
      <vt:lpstr>맑은 고딕</vt:lpstr>
      <vt:lpstr>메이플스토리</vt:lpstr>
      <vt:lpstr>Arial</vt:lpstr>
      <vt:lpstr>Consolas</vt:lpstr>
      <vt:lpstr>Wingdings</vt:lpstr>
      <vt:lpstr>3_Office 테마</vt:lpstr>
      <vt:lpstr>웹 개발자 부트캠프 과정</vt:lpstr>
      <vt:lpstr>함수에서의 type 선언</vt:lpstr>
      <vt:lpstr>함수 선언과 typescript</vt:lpstr>
      <vt:lpstr>선언하는 방식</vt:lpstr>
      <vt:lpstr>함수와 매개변수의 개수</vt:lpstr>
      <vt:lpstr>함수와 매개변수의 개수</vt:lpstr>
      <vt:lpstr>함수의 리턴 타입이 없을 때 void</vt:lpstr>
      <vt:lpstr>끝이 없는 함수 never</vt:lpstr>
      <vt:lpstr>실습.   TypeScript 함수 실습</vt:lpstr>
      <vt:lpstr>함수와 generic &lt;T&gt;</vt:lpstr>
      <vt:lpstr>Generic</vt:lpstr>
      <vt:lpstr>Generic</vt:lpstr>
      <vt:lpstr>실습.   TypeScript 제너릭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진형 유</dc:creator>
  <cp:lastModifiedBy>jae hyeon</cp:lastModifiedBy>
  <cp:revision>80</cp:revision>
  <dcterms:created xsi:type="dcterms:W3CDTF">2023-09-17T07:13:14Z</dcterms:created>
  <dcterms:modified xsi:type="dcterms:W3CDTF">2024-08-20T18:24:45Z</dcterms:modified>
</cp:coreProperties>
</file>